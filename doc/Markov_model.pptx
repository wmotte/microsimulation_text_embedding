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0"/>
    <p:restoredTop sz="94674"/>
  </p:normalViewPr>
  <p:slideViewPr>
    <p:cSldViewPr snapToGrid="0">
      <p:cViewPr>
        <p:scale>
          <a:sx n="175" d="100"/>
          <a:sy n="175" d="100"/>
        </p:scale>
        <p:origin x="-1360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52EB-6314-6FFD-2256-CDDB5D469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63A2A-27E1-1A13-9CA1-8EC165DA7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F4F40-69B4-DC68-1F51-8B11CDE9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A747E-CBDB-B3DD-20D4-950D95E5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B0A98-F71F-6F30-C88B-F2008AC3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4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3F44-3563-952D-8AA7-C90A2380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5E815-CFF6-FA26-9AD0-92E45D596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C1138-542B-43B3-3BD3-EAEF9952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D455-FC23-FE0C-FEA4-061D9E68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07F67-CD23-5E77-0784-A4FE27C0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20DA-89EF-7D11-981B-69169D51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F6D31-A6E9-9353-EB70-90E4D3F7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3DEE6-F4D6-F9AF-10CE-803037CC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5D195-F099-98EE-139B-9489B78C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3E3C-7F50-6D79-536C-C33BE1BA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0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762C-370B-EF53-F977-8364B455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C8BF-8E69-D052-0D69-F820B9747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56F17-5E65-EE86-FA4C-83194861D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EA486-6A34-89AB-5C7B-C7B47186A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1279-F2EC-2C83-CE7C-802C7D21E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55B27-BD34-AAD3-E016-21709422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8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F759-E0C5-FF04-A2D1-08611DF1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8B642-F5A6-6131-F2F0-2F3E35A05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01FD8-29AF-945E-DC99-43C0F068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B16A9-1D52-7111-25A0-8CC1BA528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11F22-7C4D-5987-9025-EE3275BD0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C3318-CF80-9EB4-7D84-6EE4F9D2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15BCE-6F43-B305-DA9B-28A9B343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1F6081-13A8-E821-96EC-486085AE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9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160E-5DCE-6378-8223-06D145A5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5C878-DD77-84FC-7F82-89FA236B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A8713-11AF-7B53-51E7-EF34D5D5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81BCA-8D05-394A-E702-C246A5EB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07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93F88-23B3-5198-FD39-9248D139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CDA02-BD3C-F9BE-9CD9-C41970E9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1F6B0-F780-5A7A-5AC5-09F4C38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1580-D773-A37E-CC80-96CFB861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BABE-DB1B-000B-180B-2AE3DABE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A2665-C51F-3838-7FD4-958EA5628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4FF8E-42BA-540A-55E1-9B442320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0EA24-9671-AC7D-801A-5EA41A6DD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932CC-656F-B2FE-4B1A-5D67B258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4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BCCF-8866-EDE5-9FDA-B7399E1E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CC08D-FCAF-BDA4-A912-7843C012A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D2664-0EDC-E1A6-45F6-1A328321B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4ED65-C790-CC40-CDAB-99AC9691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13630-6096-4745-88E3-463469FD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2E905-9FBB-69AE-6C5B-8E403D8B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8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3EB5-9091-0321-FF90-C4AE7B21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2403D-6BF5-0827-BF00-5869DD1ED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94EF-AF15-D22E-9983-A43AC595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A5141-3C13-9226-4E87-90E41959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EE5D6-0B0A-650C-06D9-6E4A5695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36EF2-4BC2-6798-246C-2AC67B2F8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CADE4-3617-76A8-8308-2A8AAF1EE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94911-CAF8-985E-7FDF-E6CDE59D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8C0CC-902A-7709-074E-3E31FE0F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C7FDF-F9B6-C1B3-9906-E2BDE432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1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5B88F-A5F0-EE3D-0CCE-15E5D896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C59F1-F579-7253-CA02-04CC81443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4D101-6EE9-1506-1F48-D6FA02CFF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B6FB1-CDEC-404E-A494-07B4E4AD082F}" type="datetimeFigureOut">
              <a:rPr lang="en-US" smtClean="0"/>
              <a:t>11/10/23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5F724-2E44-EAF7-E5BD-64A41285D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4AC54-4030-9364-26E1-F72FBC2A5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8DE8D-3427-1A44-A5F5-6DBCFCB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0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Freeform 443">
            <a:extLst>
              <a:ext uri="{FF2B5EF4-FFF2-40B4-BE49-F238E27FC236}">
                <a16:creationId xmlns:a16="http://schemas.microsoft.com/office/drawing/2014/main" id="{9B68A78F-010B-BFC1-26D9-5168E992DFA8}"/>
              </a:ext>
            </a:extLst>
          </p:cNvPr>
          <p:cNvSpPr/>
          <p:nvPr/>
        </p:nvSpPr>
        <p:spPr>
          <a:xfrm>
            <a:off x="2293257" y="2002971"/>
            <a:ext cx="1981200" cy="2213429"/>
          </a:xfrm>
          <a:custGeom>
            <a:avLst/>
            <a:gdLst>
              <a:gd name="connsiteX0" fmla="*/ 1908628 w 1981200"/>
              <a:gd name="connsiteY0" fmla="*/ 108857 h 2213429"/>
              <a:gd name="connsiteX1" fmla="*/ 1908628 w 1981200"/>
              <a:gd name="connsiteY1" fmla="*/ 108857 h 2213429"/>
              <a:gd name="connsiteX2" fmla="*/ 1930400 w 1981200"/>
              <a:gd name="connsiteY2" fmla="*/ 203200 h 2213429"/>
              <a:gd name="connsiteX3" fmla="*/ 1944914 w 1981200"/>
              <a:gd name="connsiteY3" fmla="*/ 254000 h 2213429"/>
              <a:gd name="connsiteX4" fmla="*/ 1952171 w 1981200"/>
              <a:gd name="connsiteY4" fmla="*/ 290286 h 2213429"/>
              <a:gd name="connsiteX5" fmla="*/ 1959428 w 1981200"/>
              <a:gd name="connsiteY5" fmla="*/ 333829 h 2213429"/>
              <a:gd name="connsiteX6" fmla="*/ 1966686 w 1981200"/>
              <a:gd name="connsiteY6" fmla="*/ 355600 h 2213429"/>
              <a:gd name="connsiteX7" fmla="*/ 1981200 w 1981200"/>
              <a:gd name="connsiteY7" fmla="*/ 551543 h 2213429"/>
              <a:gd name="connsiteX8" fmla="*/ 1966686 w 1981200"/>
              <a:gd name="connsiteY8" fmla="*/ 754743 h 2213429"/>
              <a:gd name="connsiteX9" fmla="*/ 1959428 w 1981200"/>
              <a:gd name="connsiteY9" fmla="*/ 892629 h 2213429"/>
              <a:gd name="connsiteX10" fmla="*/ 1952171 w 1981200"/>
              <a:gd name="connsiteY10" fmla="*/ 1153886 h 2213429"/>
              <a:gd name="connsiteX11" fmla="*/ 1923143 w 1981200"/>
              <a:gd name="connsiteY11" fmla="*/ 1190172 h 2213429"/>
              <a:gd name="connsiteX12" fmla="*/ 1901371 w 1981200"/>
              <a:gd name="connsiteY12" fmla="*/ 1219200 h 2213429"/>
              <a:gd name="connsiteX13" fmla="*/ 1886857 w 1981200"/>
              <a:gd name="connsiteY13" fmla="*/ 1233715 h 2213429"/>
              <a:gd name="connsiteX14" fmla="*/ 1865086 w 1981200"/>
              <a:gd name="connsiteY14" fmla="*/ 1262743 h 2213429"/>
              <a:gd name="connsiteX15" fmla="*/ 1850571 w 1981200"/>
              <a:gd name="connsiteY15" fmla="*/ 1277257 h 2213429"/>
              <a:gd name="connsiteX16" fmla="*/ 1821543 w 1981200"/>
              <a:gd name="connsiteY16" fmla="*/ 1320800 h 2213429"/>
              <a:gd name="connsiteX17" fmla="*/ 1785257 w 1981200"/>
              <a:gd name="connsiteY17" fmla="*/ 1386115 h 2213429"/>
              <a:gd name="connsiteX18" fmla="*/ 1770743 w 1981200"/>
              <a:gd name="connsiteY18" fmla="*/ 1407886 h 2213429"/>
              <a:gd name="connsiteX19" fmla="*/ 1741714 w 1981200"/>
              <a:gd name="connsiteY19" fmla="*/ 1429657 h 2213429"/>
              <a:gd name="connsiteX20" fmla="*/ 1705428 w 1981200"/>
              <a:gd name="connsiteY20" fmla="*/ 1465943 h 2213429"/>
              <a:gd name="connsiteX21" fmla="*/ 1669143 w 1981200"/>
              <a:gd name="connsiteY21" fmla="*/ 1494972 h 2213429"/>
              <a:gd name="connsiteX22" fmla="*/ 1596571 w 1981200"/>
              <a:gd name="connsiteY22" fmla="*/ 1574800 h 2213429"/>
              <a:gd name="connsiteX23" fmla="*/ 1560286 w 1981200"/>
              <a:gd name="connsiteY23" fmla="*/ 1625600 h 2213429"/>
              <a:gd name="connsiteX24" fmla="*/ 1545771 w 1981200"/>
              <a:gd name="connsiteY24" fmla="*/ 1640115 h 2213429"/>
              <a:gd name="connsiteX25" fmla="*/ 1516743 w 1981200"/>
              <a:gd name="connsiteY25" fmla="*/ 1683657 h 2213429"/>
              <a:gd name="connsiteX26" fmla="*/ 1502228 w 1981200"/>
              <a:gd name="connsiteY26" fmla="*/ 1712686 h 2213429"/>
              <a:gd name="connsiteX27" fmla="*/ 1465943 w 1981200"/>
              <a:gd name="connsiteY27" fmla="*/ 1748972 h 2213429"/>
              <a:gd name="connsiteX28" fmla="*/ 1451428 w 1981200"/>
              <a:gd name="connsiteY28" fmla="*/ 1763486 h 2213429"/>
              <a:gd name="connsiteX29" fmla="*/ 1436914 w 1981200"/>
              <a:gd name="connsiteY29" fmla="*/ 1785257 h 2213429"/>
              <a:gd name="connsiteX30" fmla="*/ 1400628 w 1981200"/>
              <a:gd name="connsiteY30" fmla="*/ 1821543 h 2213429"/>
              <a:gd name="connsiteX31" fmla="*/ 1378857 w 1981200"/>
              <a:gd name="connsiteY31" fmla="*/ 1850572 h 2213429"/>
              <a:gd name="connsiteX32" fmla="*/ 1364343 w 1981200"/>
              <a:gd name="connsiteY32" fmla="*/ 1879600 h 2213429"/>
              <a:gd name="connsiteX33" fmla="*/ 1349828 w 1981200"/>
              <a:gd name="connsiteY33" fmla="*/ 1894115 h 2213429"/>
              <a:gd name="connsiteX34" fmla="*/ 1335314 w 1981200"/>
              <a:gd name="connsiteY34" fmla="*/ 1915886 h 2213429"/>
              <a:gd name="connsiteX35" fmla="*/ 1306286 w 1981200"/>
              <a:gd name="connsiteY35" fmla="*/ 1930400 h 2213429"/>
              <a:gd name="connsiteX36" fmla="*/ 1291771 w 1981200"/>
              <a:gd name="connsiteY36" fmla="*/ 1944915 h 2213429"/>
              <a:gd name="connsiteX37" fmla="*/ 1270000 w 1981200"/>
              <a:gd name="connsiteY37" fmla="*/ 1959429 h 2213429"/>
              <a:gd name="connsiteX38" fmla="*/ 1248228 w 1981200"/>
              <a:gd name="connsiteY38" fmla="*/ 1981200 h 2213429"/>
              <a:gd name="connsiteX39" fmla="*/ 1197428 w 1981200"/>
              <a:gd name="connsiteY39" fmla="*/ 2017486 h 2213429"/>
              <a:gd name="connsiteX40" fmla="*/ 1161143 w 1981200"/>
              <a:gd name="connsiteY40" fmla="*/ 2053772 h 2213429"/>
              <a:gd name="connsiteX41" fmla="*/ 1117600 w 1981200"/>
              <a:gd name="connsiteY41" fmla="*/ 2082800 h 2213429"/>
              <a:gd name="connsiteX42" fmla="*/ 1103086 w 1981200"/>
              <a:gd name="connsiteY42" fmla="*/ 2097315 h 2213429"/>
              <a:gd name="connsiteX43" fmla="*/ 1037771 w 1981200"/>
              <a:gd name="connsiteY43" fmla="*/ 2140857 h 2213429"/>
              <a:gd name="connsiteX44" fmla="*/ 994228 w 1981200"/>
              <a:gd name="connsiteY44" fmla="*/ 2169886 h 2213429"/>
              <a:gd name="connsiteX45" fmla="*/ 965200 w 1981200"/>
              <a:gd name="connsiteY45" fmla="*/ 2184400 h 2213429"/>
              <a:gd name="connsiteX46" fmla="*/ 943428 w 1981200"/>
              <a:gd name="connsiteY46" fmla="*/ 2198915 h 2213429"/>
              <a:gd name="connsiteX47" fmla="*/ 899886 w 1981200"/>
              <a:gd name="connsiteY47" fmla="*/ 2213429 h 2213429"/>
              <a:gd name="connsiteX48" fmla="*/ 841828 w 1981200"/>
              <a:gd name="connsiteY48" fmla="*/ 2191657 h 2213429"/>
              <a:gd name="connsiteX49" fmla="*/ 812800 w 1981200"/>
              <a:gd name="connsiteY49" fmla="*/ 2177143 h 2213429"/>
              <a:gd name="connsiteX50" fmla="*/ 783771 w 1981200"/>
              <a:gd name="connsiteY50" fmla="*/ 2169886 h 2213429"/>
              <a:gd name="connsiteX51" fmla="*/ 754743 w 1981200"/>
              <a:gd name="connsiteY51" fmla="*/ 2155372 h 2213429"/>
              <a:gd name="connsiteX52" fmla="*/ 740228 w 1981200"/>
              <a:gd name="connsiteY52" fmla="*/ 2140857 h 2213429"/>
              <a:gd name="connsiteX53" fmla="*/ 689428 w 1981200"/>
              <a:gd name="connsiteY53" fmla="*/ 2126343 h 2213429"/>
              <a:gd name="connsiteX54" fmla="*/ 667657 w 1981200"/>
              <a:gd name="connsiteY54" fmla="*/ 2111829 h 2213429"/>
              <a:gd name="connsiteX55" fmla="*/ 624114 w 1981200"/>
              <a:gd name="connsiteY55" fmla="*/ 2097315 h 2213429"/>
              <a:gd name="connsiteX56" fmla="*/ 602343 w 1981200"/>
              <a:gd name="connsiteY56" fmla="*/ 2090057 h 2213429"/>
              <a:gd name="connsiteX57" fmla="*/ 558800 w 1981200"/>
              <a:gd name="connsiteY57" fmla="*/ 2075543 h 2213429"/>
              <a:gd name="connsiteX58" fmla="*/ 508000 w 1981200"/>
              <a:gd name="connsiteY58" fmla="*/ 2053772 h 2213429"/>
              <a:gd name="connsiteX59" fmla="*/ 493486 w 1981200"/>
              <a:gd name="connsiteY59" fmla="*/ 2039257 h 2213429"/>
              <a:gd name="connsiteX60" fmla="*/ 449943 w 1981200"/>
              <a:gd name="connsiteY60" fmla="*/ 2010229 h 2213429"/>
              <a:gd name="connsiteX61" fmla="*/ 428171 w 1981200"/>
              <a:gd name="connsiteY61" fmla="*/ 1988457 h 2213429"/>
              <a:gd name="connsiteX62" fmla="*/ 399143 w 1981200"/>
              <a:gd name="connsiteY62" fmla="*/ 1973943 h 2213429"/>
              <a:gd name="connsiteX63" fmla="*/ 355600 w 1981200"/>
              <a:gd name="connsiteY63" fmla="*/ 1944915 h 2213429"/>
              <a:gd name="connsiteX64" fmla="*/ 326571 w 1981200"/>
              <a:gd name="connsiteY64" fmla="*/ 1930400 h 2213429"/>
              <a:gd name="connsiteX65" fmla="*/ 254000 w 1981200"/>
              <a:gd name="connsiteY65" fmla="*/ 1865086 h 2213429"/>
              <a:gd name="connsiteX66" fmla="*/ 210457 w 1981200"/>
              <a:gd name="connsiteY66" fmla="*/ 1836057 h 2213429"/>
              <a:gd name="connsiteX67" fmla="*/ 159657 w 1981200"/>
              <a:gd name="connsiteY67" fmla="*/ 1785257 h 2213429"/>
              <a:gd name="connsiteX68" fmla="*/ 137886 w 1981200"/>
              <a:gd name="connsiteY68" fmla="*/ 1763486 h 2213429"/>
              <a:gd name="connsiteX69" fmla="*/ 123371 w 1981200"/>
              <a:gd name="connsiteY69" fmla="*/ 1748972 h 2213429"/>
              <a:gd name="connsiteX70" fmla="*/ 116114 w 1981200"/>
              <a:gd name="connsiteY70" fmla="*/ 1727200 h 2213429"/>
              <a:gd name="connsiteX71" fmla="*/ 108857 w 1981200"/>
              <a:gd name="connsiteY71" fmla="*/ 1683657 h 2213429"/>
              <a:gd name="connsiteX72" fmla="*/ 94343 w 1981200"/>
              <a:gd name="connsiteY72" fmla="*/ 1661886 h 2213429"/>
              <a:gd name="connsiteX73" fmla="*/ 79828 w 1981200"/>
              <a:gd name="connsiteY73" fmla="*/ 1625600 h 2213429"/>
              <a:gd name="connsiteX74" fmla="*/ 72571 w 1981200"/>
              <a:gd name="connsiteY74" fmla="*/ 1603829 h 2213429"/>
              <a:gd name="connsiteX75" fmla="*/ 58057 w 1981200"/>
              <a:gd name="connsiteY75" fmla="*/ 1582057 h 2213429"/>
              <a:gd name="connsiteX76" fmla="*/ 43543 w 1981200"/>
              <a:gd name="connsiteY76" fmla="*/ 1553029 h 2213429"/>
              <a:gd name="connsiteX77" fmla="*/ 14514 w 1981200"/>
              <a:gd name="connsiteY77" fmla="*/ 1451429 h 2213429"/>
              <a:gd name="connsiteX78" fmla="*/ 7257 w 1981200"/>
              <a:gd name="connsiteY78" fmla="*/ 1429657 h 2213429"/>
              <a:gd name="connsiteX79" fmla="*/ 0 w 1981200"/>
              <a:gd name="connsiteY79" fmla="*/ 1407886 h 2213429"/>
              <a:gd name="connsiteX80" fmla="*/ 7257 w 1981200"/>
              <a:gd name="connsiteY80" fmla="*/ 1357086 h 2213429"/>
              <a:gd name="connsiteX81" fmla="*/ 29028 w 1981200"/>
              <a:gd name="connsiteY81" fmla="*/ 1335315 h 2213429"/>
              <a:gd name="connsiteX82" fmla="*/ 94343 w 1981200"/>
              <a:gd name="connsiteY82" fmla="*/ 1291772 h 2213429"/>
              <a:gd name="connsiteX83" fmla="*/ 116114 w 1981200"/>
              <a:gd name="connsiteY83" fmla="*/ 1277257 h 2213429"/>
              <a:gd name="connsiteX84" fmla="*/ 203200 w 1981200"/>
              <a:gd name="connsiteY84" fmla="*/ 1248229 h 2213429"/>
              <a:gd name="connsiteX85" fmla="*/ 290286 w 1981200"/>
              <a:gd name="connsiteY85" fmla="*/ 1219200 h 2213429"/>
              <a:gd name="connsiteX86" fmla="*/ 312057 w 1981200"/>
              <a:gd name="connsiteY86" fmla="*/ 1211943 h 2213429"/>
              <a:gd name="connsiteX87" fmla="*/ 333828 w 1981200"/>
              <a:gd name="connsiteY87" fmla="*/ 1204686 h 2213429"/>
              <a:gd name="connsiteX88" fmla="*/ 399143 w 1981200"/>
              <a:gd name="connsiteY88" fmla="*/ 1190172 h 2213429"/>
              <a:gd name="connsiteX89" fmla="*/ 435428 w 1981200"/>
              <a:gd name="connsiteY89" fmla="*/ 1168400 h 2213429"/>
              <a:gd name="connsiteX90" fmla="*/ 508000 w 1981200"/>
              <a:gd name="connsiteY90" fmla="*/ 1132115 h 2213429"/>
              <a:gd name="connsiteX91" fmla="*/ 616857 w 1981200"/>
              <a:gd name="connsiteY91" fmla="*/ 1052286 h 2213429"/>
              <a:gd name="connsiteX92" fmla="*/ 638628 w 1981200"/>
              <a:gd name="connsiteY92" fmla="*/ 1030515 h 2213429"/>
              <a:gd name="connsiteX93" fmla="*/ 660400 w 1981200"/>
              <a:gd name="connsiteY93" fmla="*/ 1016000 h 2213429"/>
              <a:gd name="connsiteX94" fmla="*/ 703943 w 1981200"/>
              <a:gd name="connsiteY94" fmla="*/ 972457 h 2213429"/>
              <a:gd name="connsiteX95" fmla="*/ 732971 w 1981200"/>
              <a:gd name="connsiteY95" fmla="*/ 943429 h 2213429"/>
              <a:gd name="connsiteX96" fmla="*/ 769257 w 1981200"/>
              <a:gd name="connsiteY96" fmla="*/ 914400 h 2213429"/>
              <a:gd name="connsiteX97" fmla="*/ 856343 w 1981200"/>
              <a:gd name="connsiteY97" fmla="*/ 834572 h 2213429"/>
              <a:gd name="connsiteX98" fmla="*/ 870857 w 1981200"/>
              <a:gd name="connsiteY98" fmla="*/ 812800 h 2213429"/>
              <a:gd name="connsiteX99" fmla="*/ 892628 w 1981200"/>
              <a:gd name="connsiteY99" fmla="*/ 776515 h 2213429"/>
              <a:gd name="connsiteX100" fmla="*/ 921657 w 1981200"/>
              <a:gd name="connsiteY100" fmla="*/ 754743 h 2213429"/>
              <a:gd name="connsiteX101" fmla="*/ 957943 w 1981200"/>
              <a:gd name="connsiteY101" fmla="*/ 696686 h 2213429"/>
              <a:gd name="connsiteX102" fmla="*/ 1001486 w 1981200"/>
              <a:gd name="connsiteY102" fmla="*/ 645886 h 2213429"/>
              <a:gd name="connsiteX103" fmla="*/ 1023257 w 1981200"/>
              <a:gd name="connsiteY103" fmla="*/ 616857 h 2213429"/>
              <a:gd name="connsiteX104" fmla="*/ 1059543 w 1981200"/>
              <a:gd name="connsiteY104" fmla="*/ 580572 h 2213429"/>
              <a:gd name="connsiteX105" fmla="*/ 1081314 w 1981200"/>
              <a:gd name="connsiteY105" fmla="*/ 551543 h 2213429"/>
              <a:gd name="connsiteX106" fmla="*/ 1146628 w 1981200"/>
              <a:gd name="connsiteY106" fmla="*/ 486229 h 2213429"/>
              <a:gd name="connsiteX107" fmla="*/ 1211943 w 1981200"/>
              <a:gd name="connsiteY107" fmla="*/ 413657 h 2213429"/>
              <a:gd name="connsiteX108" fmla="*/ 1270000 w 1981200"/>
              <a:gd name="connsiteY108" fmla="*/ 341086 h 2213429"/>
              <a:gd name="connsiteX109" fmla="*/ 1306286 w 1981200"/>
              <a:gd name="connsiteY109" fmla="*/ 304800 h 2213429"/>
              <a:gd name="connsiteX110" fmla="*/ 1320800 w 1981200"/>
              <a:gd name="connsiteY110" fmla="*/ 283029 h 2213429"/>
              <a:gd name="connsiteX111" fmla="*/ 1342571 w 1981200"/>
              <a:gd name="connsiteY111" fmla="*/ 254000 h 2213429"/>
              <a:gd name="connsiteX112" fmla="*/ 1357086 w 1981200"/>
              <a:gd name="connsiteY112" fmla="*/ 232229 h 2213429"/>
              <a:gd name="connsiteX113" fmla="*/ 1378857 w 1981200"/>
              <a:gd name="connsiteY113" fmla="*/ 210457 h 2213429"/>
              <a:gd name="connsiteX114" fmla="*/ 1400628 w 1981200"/>
              <a:gd name="connsiteY114" fmla="*/ 174172 h 2213429"/>
              <a:gd name="connsiteX115" fmla="*/ 1444171 w 1981200"/>
              <a:gd name="connsiteY115" fmla="*/ 145143 h 2213429"/>
              <a:gd name="connsiteX116" fmla="*/ 1487714 w 1981200"/>
              <a:gd name="connsiteY116" fmla="*/ 101600 h 2213429"/>
              <a:gd name="connsiteX117" fmla="*/ 1509486 w 1981200"/>
              <a:gd name="connsiteY117" fmla="*/ 79829 h 2213429"/>
              <a:gd name="connsiteX118" fmla="*/ 1531257 w 1981200"/>
              <a:gd name="connsiteY118" fmla="*/ 65315 h 2213429"/>
              <a:gd name="connsiteX119" fmla="*/ 1545771 w 1981200"/>
              <a:gd name="connsiteY119" fmla="*/ 50800 h 2213429"/>
              <a:gd name="connsiteX120" fmla="*/ 1567543 w 1981200"/>
              <a:gd name="connsiteY120" fmla="*/ 43543 h 2213429"/>
              <a:gd name="connsiteX121" fmla="*/ 1611086 w 1981200"/>
              <a:gd name="connsiteY121" fmla="*/ 14515 h 2213429"/>
              <a:gd name="connsiteX122" fmla="*/ 1654628 w 1981200"/>
              <a:gd name="connsiteY122" fmla="*/ 0 h 2213429"/>
              <a:gd name="connsiteX123" fmla="*/ 1756228 w 1981200"/>
              <a:gd name="connsiteY123" fmla="*/ 14515 h 2213429"/>
              <a:gd name="connsiteX124" fmla="*/ 1807028 w 1981200"/>
              <a:gd name="connsiteY124" fmla="*/ 29029 h 2213429"/>
              <a:gd name="connsiteX125" fmla="*/ 1850571 w 1981200"/>
              <a:gd name="connsiteY125" fmla="*/ 50800 h 2213429"/>
              <a:gd name="connsiteX126" fmla="*/ 1886857 w 1981200"/>
              <a:gd name="connsiteY126" fmla="*/ 79829 h 2213429"/>
              <a:gd name="connsiteX127" fmla="*/ 1908628 w 1981200"/>
              <a:gd name="connsiteY127" fmla="*/ 87086 h 2213429"/>
              <a:gd name="connsiteX128" fmla="*/ 1908628 w 1981200"/>
              <a:gd name="connsiteY128" fmla="*/ 108857 h 2213429"/>
              <a:gd name="connsiteX0" fmla="*/ 1908628 w 1981200"/>
              <a:gd name="connsiteY0" fmla="*/ 108857 h 2213429"/>
              <a:gd name="connsiteX1" fmla="*/ 1908628 w 1981200"/>
              <a:gd name="connsiteY1" fmla="*/ 108857 h 2213429"/>
              <a:gd name="connsiteX2" fmla="*/ 1930400 w 1981200"/>
              <a:gd name="connsiteY2" fmla="*/ 203200 h 2213429"/>
              <a:gd name="connsiteX3" fmla="*/ 1944914 w 1981200"/>
              <a:gd name="connsiteY3" fmla="*/ 254000 h 2213429"/>
              <a:gd name="connsiteX4" fmla="*/ 1952171 w 1981200"/>
              <a:gd name="connsiteY4" fmla="*/ 290286 h 2213429"/>
              <a:gd name="connsiteX5" fmla="*/ 1959428 w 1981200"/>
              <a:gd name="connsiteY5" fmla="*/ 333829 h 2213429"/>
              <a:gd name="connsiteX6" fmla="*/ 1966686 w 1981200"/>
              <a:gd name="connsiteY6" fmla="*/ 355600 h 2213429"/>
              <a:gd name="connsiteX7" fmla="*/ 1981200 w 1981200"/>
              <a:gd name="connsiteY7" fmla="*/ 551543 h 2213429"/>
              <a:gd name="connsiteX8" fmla="*/ 1966686 w 1981200"/>
              <a:gd name="connsiteY8" fmla="*/ 754743 h 2213429"/>
              <a:gd name="connsiteX9" fmla="*/ 1959428 w 1981200"/>
              <a:gd name="connsiteY9" fmla="*/ 892629 h 2213429"/>
              <a:gd name="connsiteX10" fmla="*/ 1952171 w 1981200"/>
              <a:gd name="connsiteY10" fmla="*/ 1045029 h 2213429"/>
              <a:gd name="connsiteX11" fmla="*/ 1923143 w 1981200"/>
              <a:gd name="connsiteY11" fmla="*/ 1190172 h 2213429"/>
              <a:gd name="connsiteX12" fmla="*/ 1901371 w 1981200"/>
              <a:gd name="connsiteY12" fmla="*/ 1219200 h 2213429"/>
              <a:gd name="connsiteX13" fmla="*/ 1886857 w 1981200"/>
              <a:gd name="connsiteY13" fmla="*/ 1233715 h 2213429"/>
              <a:gd name="connsiteX14" fmla="*/ 1865086 w 1981200"/>
              <a:gd name="connsiteY14" fmla="*/ 1262743 h 2213429"/>
              <a:gd name="connsiteX15" fmla="*/ 1850571 w 1981200"/>
              <a:gd name="connsiteY15" fmla="*/ 1277257 h 2213429"/>
              <a:gd name="connsiteX16" fmla="*/ 1821543 w 1981200"/>
              <a:gd name="connsiteY16" fmla="*/ 1320800 h 2213429"/>
              <a:gd name="connsiteX17" fmla="*/ 1785257 w 1981200"/>
              <a:gd name="connsiteY17" fmla="*/ 1386115 h 2213429"/>
              <a:gd name="connsiteX18" fmla="*/ 1770743 w 1981200"/>
              <a:gd name="connsiteY18" fmla="*/ 1407886 h 2213429"/>
              <a:gd name="connsiteX19" fmla="*/ 1741714 w 1981200"/>
              <a:gd name="connsiteY19" fmla="*/ 1429657 h 2213429"/>
              <a:gd name="connsiteX20" fmla="*/ 1705428 w 1981200"/>
              <a:gd name="connsiteY20" fmla="*/ 1465943 h 2213429"/>
              <a:gd name="connsiteX21" fmla="*/ 1669143 w 1981200"/>
              <a:gd name="connsiteY21" fmla="*/ 1494972 h 2213429"/>
              <a:gd name="connsiteX22" fmla="*/ 1596571 w 1981200"/>
              <a:gd name="connsiteY22" fmla="*/ 1574800 h 2213429"/>
              <a:gd name="connsiteX23" fmla="*/ 1560286 w 1981200"/>
              <a:gd name="connsiteY23" fmla="*/ 1625600 h 2213429"/>
              <a:gd name="connsiteX24" fmla="*/ 1545771 w 1981200"/>
              <a:gd name="connsiteY24" fmla="*/ 1640115 h 2213429"/>
              <a:gd name="connsiteX25" fmla="*/ 1516743 w 1981200"/>
              <a:gd name="connsiteY25" fmla="*/ 1683657 h 2213429"/>
              <a:gd name="connsiteX26" fmla="*/ 1502228 w 1981200"/>
              <a:gd name="connsiteY26" fmla="*/ 1712686 h 2213429"/>
              <a:gd name="connsiteX27" fmla="*/ 1465943 w 1981200"/>
              <a:gd name="connsiteY27" fmla="*/ 1748972 h 2213429"/>
              <a:gd name="connsiteX28" fmla="*/ 1451428 w 1981200"/>
              <a:gd name="connsiteY28" fmla="*/ 1763486 h 2213429"/>
              <a:gd name="connsiteX29" fmla="*/ 1436914 w 1981200"/>
              <a:gd name="connsiteY29" fmla="*/ 1785257 h 2213429"/>
              <a:gd name="connsiteX30" fmla="*/ 1400628 w 1981200"/>
              <a:gd name="connsiteY30" fmla="*/ 1821543 h 2213429"/>
              <a:gd name="connsiteX31" fmla="*/ 1378857 w 1981200"/>
              <a:gd name="connsiteY31" fmla="*/ 1850572 h 2213429"/>
              <a:gd name="connsiteX32" fmla="*/ 1364343 w 1981200"/>
              <a:gd name="connsiteY32" fmla="*/ 1879600 h 2213429"/>
              <a:gd name="connsiteX33" fmla="*/ 1349828 w 1981200"/>
              <a:gd name="connsiteY33" fmla="*/ 1894115 h 2213429"/>
              <a:gd name="connsiteX34" fmla="*/ 1335314 w 1981200"/>
              <a:gd name="connsiteY34" fmla="*/ 1915886 h 2213429"/>
              <a:gd name="connsiteX35" fmla="*/ 1306286 w 1981200"/>
              <a:gd name="connsiteY35" fmla="*/ 1930400 h 2213429"/>
              <a:gd name="connsiteX36" fmla="*/ 1291771 w 1981200"/>
              <a:gd name="connsiteY36" fmla="*/ 1944915 h 2213429"/>
              <a:gd name="connsiteX37" fmla="*/ 1270000 w 1981200"/>
              <a:gd name="connsiteY37" fmla="*/ 1959429 h 2213429"/>
              <a:gd name="connsiteX38" fmla="*/ 1248228 w 1981200"/>
              <a:gd name="connsiteY38" fmla="*/ 1981200 h 2213429"/>
              <a:gd name="connsiteX39" fmla="*/ 1197428 w 1981200"/>
              <a:gd name="connsiteY39" fmla="*/ 2017486 h 2213429"/>
              <a:gd name="connsiteX40" fmla="*/ 1161143 w 1981200"/>
              <a:gd name="connsiteY40" fmla="*/ 2053772 h 2213429"/>
              <a:gd name="connsiteX41" fmla="*/ 1117600 w 1981200"/>
              <a:gd name="connsiteY41" fmla="*/ 2082800 h 2213429"/>
              <a:gd name="connsiteX42" fmla="*/ 1103086 w 1981200"/>
              <a:gd name="connsiteY42" fmla="*/ 2097315 h 2213429"/>
              <a:gd name="connsiteX43" fmla="*/ 1037771 w 1981200"/>
              <a:gd name="connsiteY43" fmla="*/ 2140857 h 2213429"/>
              <a:gd name="connsiteX44" fmla="*/ 994228 w 1981200"/>
              <a:gd name="connsiteY44" fmla="*/ 2169886 h 2213429"/>
              <a:gd name="connsiteX45" fmla="*/ 965200 w 1981200"/>
              <a:gd name="connsiteY45" fmla="*/ 2184400 h 2213429"/>
              <a:gd name="connsiteX46" fmla="*/ 943428 w 1981200"/>
              <a:gd name="connsiteY46" fmla="*/ 2198915 h 2213429"/>
              <a:gd name="connsiteX47" fmla="*/ 899886 w 1981200"/>
              <a:gd name="connsiteY47" fmla="*/ 2213429 h 2213429"/>
              <a:gd name="connsiteX48" fmla="*/ 841828 w 1981200"/>
              <a:gd name="connsiteY48" fmla="*/ 2191657 h 2213429"/>
              <a:gd name="connsiteX49" fmla="*/ 812800 w 1981200"/>
              <a:gd name="connsiteY49" fmla="*/ 2177143 h 2213429"/>
              <a:gd name="connsiteX50" fmla="*/ 783771 w 1981200"/>
              <a:gd name="connsiteY50" fmla="*/ 2169886 h 2213429"/>
              <a:gd name="connsiteX51" fmla="*/ 754743 w 1981200"/>
              <a:gd name="connsiteY51" fmla="*/ 2155372 h 2213429"/>
              <a:gd name="connsiteX52" fmla="*/ 740228 w 1981200"/>
              <a:gd name="connsiteY52" fmla="*/ 2140857 h 2213429"/>
              <a:gd name="connsiteX53" fmla="*/ 689428 w 1981200"/>
              <a:gd name="connsiteY53" fmla="*/ 2126343 h 2213429"/>
              <a:gd name="connsiteX54" fmla="*/ 667657 w 1981200"/>
              <a:gd name="connsiteY54" fmla="*/ 2111829 h 2213429"/>
              <a:gd name="connsiteX55" fmla="*/ 624114 w 1981200"/>
              <a:gd name="connsiteY55" fmla="*/ 2097315 h 2213429"/>
              <a:gd name="connsiteX56" fmla="*/ 602343 w 1981200"/>
              <a:gd name="connsiteY56" fmla="*/ 2090057 h 2213429"/>
              <a:gd name="connsiteX57" fmla="*/ 558800 w 1981200"/>
              <a:gd name="connsiteY57" fmla="*/ 2075543 h 2213429"/>
              <a:gd name="connsiteX58" fmla="*/ 508000 w 1981200"/>
              <a:gd name="connsiteY58" fmla="*/ 2053772 h 2213429"/>
              <a:gd name="connsiteX59" fmla="*/ 493486 w 1981200"/>
              <a:gd name="connsiteY59" fmla="*/ 2039257 h 2213429"/>
              <a:gd name="connsiteX60" fmla="*/ 449943 w 1981200"/>
              <a:gd name="connsiteY60" fmla="*/ 2010229 h 2213429"/>
              <a:gd name="connsiteX61" fmla="*/ 428171 w 1981200"/>
              <a:gd name="connsiteY61" fmla="*/ 1988457 h 2213429"/>
              <a:gd name="connsiteX62" fmla="*/ 399143 w 1981200"/>
              <a:gd name="connsiteY62" fmla="*/ 1973943 h 2213429"/>
              <a:gd name="connsiteX63" fmla="*/ 355600 w 1981200"/>
              <a:gd name="connsiteY63" fmla="*/ 1944915 h 2213429"/>
              <a:gd name="connsiteX64" fmla="*/ 326571 w 1981200"/>
              <a:gd name="connsiteY64" fmla="*/ 1930400 h 2213429"/>
              <a:gd name="connsiteX65" fmla="*/ 254000 w 1981200"/>
              <a:gd name="connsiteY65" fmla="*/ 1865086 h 2213429"/>
              <a:gd name="connsiteX66" fmla="*/ 210457 w 1981200"/>
              <a:gd name="connsiteY66" fmla="*/ 1836057 h 2213429"/>
              <a:gd name="connsiteX67" fmla="*/ 159657 w 1981200"/>
              <a:gd name="connsiteY67" fmla="*/ 1785257 h 2213429"/>
              <a:gd name="connsiteX68" fmla="*/ 137886 w 1981200"/>
              <a:gd name="connsiteY68" fmla="*/ 1763486 h 2213429"/>
              <a:gd name="connsiteX69" fmla="*/ 123371 w 1981200"/>
              <a:gd name="connsiteY69" fmla="*/ 1748972 h 2213429"/>
              <a:gd name="connsiteX70" fmla="*/ 116114 w 1981200"/>
              <a:gd name="connsiteY70" fmla="*/ 1727200 h 2213429"/>
              <a:gd name="connsiteX71" fmla="*/ 108857 w 1981200"/>
              <a:gd name="connsiteY71" fmla="*/ 1683657 h 2213429"/>
              <a:gd name="connsiteX72" fmla="*/ 94343 w 1981200"/>
              <a:gd name="connsiteY72" fmla="*/ 1661886 h 2213429"/>
              <a:gd name="connsiteX73" fmla="*/ 79828 w 1981200"/>
              <a:gd name="connsiteY73" fmla="*/ 1625600 h 2213429"/>
              <a:gd name="connsiteX74" fmla="*/ 72571 w 1981200"/>
              <a:gd name="connsiteY74" fmla="*/ 1603829 h 2213429"/>
              <a:gd name="connsiteX75" fmla="*/ 58057 w 1981200"/>
              <a:gd name="connsiteY75" fmla="*/ 1582057 h 2213429"/>
              <a:gd name="connsiteX76" fmla="*/ 43543 w 1981200"/>
              <a:gd name="connsiteY76" fmla="*/ 1553029 h 2213429"/>
              <a:gd name="connsiteX77" fmla="*/ 14514 w 1981200"/>
              <a:gd name="connsiteY77" fmla="*/ 1451429 h 2213429"/>
              <a:gd name="connsiteX78" fmla="*/ 7257 w 1981200"/>
              <a:gd name="connsiteY78" fmla="*/ 1429657 h 2213429"/>
              <a:gd name="connsiteX79" fmla="*/ 0 w 1981200"/>
              <a:gd name="connsiteY79" fmla="*/ 1407886 h 2213429"/>
              <a:gd name="connsiteX80" fmla="*/ 7257 w 1981200"/>
              <a:gd name="connsiteY80" fmla="*/ 1357086 h 2213429"/>
              <a:gd name="connsiteX81" fmla="*/ 29028 w 1981200"/>
              <a:gd name="connsiteY81" fmla="*/ 1335315 h 2213429"/>
              <a:gd name="connsiteX82" fmla="*/ 94343 w 1981200"/>
              <a:gd name="connsiteY82" fmla="*/ 1291772 h 2213429"/>
              <a:gd name="connsiteX83" fmla="*/ 116114 w 1981200"/>
              <a:gd name="connsiteY83" fmla="*/ 1277257 h 2213429"/>
              <a:gd name="connsiteX84" fmla="*/ 203200 w 1981200"/>
              <a:gd name="connsiteY84" fmla="*/ 1248229 h 2213429"/>
              <a:gd name="connsiteX85" fmla="*/ 290286 w 1981200"/>
              <a:gd name="connsiteY85" fmla="*/ 1219200 h 2213429"/>
              <a:gd name="connsiteX86" fmla="*/ 312057 w 1981200"/>
              <a:gd name="connsiteY86" fmla="*/ 1211943 h 2213429"/>
              <a:gd name="connsiteX87" fmla="*/ 333828 w 1981200"/>
              <a:gd name="connsiteY87" fmla="*/ 1204686 h 2213429"/>
              <a:gd name="connsiteX88" fmla="*/ 399143 w 1981200"/>
              <a:gd name="connsiteY88" fmla="*/ 1190172 h 2213429"/>
              <a:gd name="connsiteX89" fmla="*/ 435428 w 1981200"/>
              <a:gd name="connsiteY89" fmla="*/ 1168400 h 2213429"/>
              <a:gd name="connsiteX90" fmla="*/ 508000 w 1981200"/>
              <a:gd name="connsiteY90" fmla="*/ 1132115 h 2213429"/>
              <a:gd name="connsiteX91" fmla="*/ 616857 w 1981200"/>
              <a:gd name="connsiteY91" fmla="*/ 1052286 h 2213429"/>
              <a:gd name="connsiteX92" fmla="*/ 638628 w 1981200"/>
              <a:gd name="connsiteY92" fmla="*/ 1030515 h 2213429"/>
              <a:gd name="connsiteX93" fmla="*/ 660400 w 1981200"/>
              <a:gd name="connsiteY93" fmla="*/ 1016000 h 2213429"/>
              <a:gd name="connsiteX94" fmla="*/ 703943 w 1981200"/>
              <a:gd name="connsiteY94" fmla="*/ 972457 h 2213429"/>
              <a:gd name="connsiteX95" fmla="*/ 732971 w 1981200"/>
              <a:gd name="connsiteY95" fmla="*/ 943429 h 2213429"/>
              <a:gd name="connsiteX96" fmla="*/ 769257 w 1981200"/>
              <a:gd name="connsiteY96" fmla="*/ 914400 h 2213429"/>
              <a:gd name="connsiteX97" fmla="*/ 856343 w 1981200"/>
              <a:gd name="connsiteY97" fmla="*/ 834572 h 2213429"/>
              <a:gd name="connsiteX98" fmla="*/ 870857 w 1981200"/>
              <a:gd name="connsiteY98" fmla="*/ 812800 h 2213429"/>
              <a:gd name="connsiteX99" fmla="*/ 892628 w 1981200"/>
              <a:gd name="connsiteY99" fmla="*/ 776515 h 2213429"/>
              <a:gd name="connsiteX100" fmla="*/ 921657 w 1981200"/>
              <a:gd name="connsiteY100" fmla="*/ 754743 h 2213429"/>
              <a:gd name="connsiteX101" fmla="*/ 957943 w 1981200"/>
              <a:gd name="connsiteY101" fmla="*/ 696686 h 2213429"/>
              <a:gd name="connsiteX102" fmla="*/ 1001486 w 1981200"/>
              <a:gd name="connsiteY102" fmla="*/ 645886 h 2213429"/>
              <a:gd name="connsiteX103" fmla="*/ 1023257 w 1981200"/>
              <a:gd name="connsiteY103" fmla="*/ 616857 h 2213429"/>
              <a:gd name="connsiteX104" fmla="*/ 1059543 w 1981200"/>
              <a:gd name="connsiteY104" fmla="*/ 580572 h 2213429"/>
              <a:gd name="connsiteX105" fmla="*/ 1081314 w 1981200"/>
              <a:gd name="connsiteY105" fmla="*/ 551543 h 2213429"/>
              <a:gd name="connsiteX106" fmla="*/ 1146628 w 1981200"/>
              <a:gd name="connsiteY106" fmla="*/ 486229 h 2213429"/>
              <a:gd name="connsiteX107" fmla="*/ 1211943 w 1981200"/>
              <a:gd name="connsiteY107" fmla="*/ 413657 h 2213429"/>
              <a:gd name="connsiteX108" fmla="*/ 1270000 w 1981200"/>
              <a:gd name="connsiteY108" fmla="*/ 341086 h 2213429"/>
              <a:gd name="connsiteX109" fmla="*/ 1306286 w 1981200"/>
              <a:gd name="connsiteY109" fmla="*/ 304800 h 2213429"/>
              <a:gd name="connsiteX110" fmla="*/ 1320800 w 1981200"/>
              <a:gd name="connsiteY110" fmla="*/ 283029 h 2213429"/>
              <a:gd name="connsiteX111" fmla="*/ 1342571 w 1981200"/>
              <a:gd name="connsiteY111" fmla="*/ 254000 h 2213429"/>
              <a:gd name="connsiteX112" fmla="*/ 1357086 w 1981200"/>
              <a:gd name="connsiteY112" fmla="*/ 232229 h 2213429"/>
              <a:gd name="connsiteX113" fmla="*/ 1378857 w 1981200"/>
              <a:gd name="connsiteY113" fmla="*/ 210457 h 2213429"/>
              <a:gd name="connsiteX114" fmla="*/ 1400628 w 1981200"/>
              <a:gd name="connsiteY114" fmla="*/ 174172 h 2213429"/>
              <a:gd name="connsiteX115" fmla="*/ 1444171 w 1981200"/>
              <a:gd name="connsiteY115" fmla="*/ 145143 h 2213429"/>
              <a:gd name="connsiteX116" fmla="*/ 1487714 w 1981200"/>
              <a:gd name="connsiteY116" fmla="*/ 101600 h 2213429"/>
              <a:gd name="connsiteX117" fmla="*/ 1509486 w 1981200"/>
              <a:gd name="connsiteY117" fmla="*/ 79829 h 2213429"/>
              <a:gd name="connsiteX118" fmla="*/ 1531257 w 1981200"/>
              <a:gd name="connsiteY118" fmla="*/ 65315 h 2213429"/>
              <a:gd name="connsiteX119" fmla="*/ 1545771 w 1981200"/>
              <a:gd name="connsiteY119" fmla="*/ 50800 h 2213429"/>
              <a:gd name="connsiteX120" fmla="*/ 1567543 w 1981200"/>
              <a:gd name="connsiteY120" fmla="*/ 43543 h 2213429"/>
              <a:gd name="connsiteX121" fmla="*/ 1611086 w 1981200"/>
              <a:gd name="connsiteY121" fmla="*/ 14515 h 2213429"/>
              <a:gd name="connsiteX122" fmla="*/ 1654628 w 1981200"/>
              <a:gd name="connsiteY122" fmla="*/ 0 h 2213429"/>
              <a:gd name="connsiteX123" fmla="*/ 1756228 w 1981200"/>
              <a:gd name="connsiteY123" fmla="*/ 14515 h 2213429"/>
              <a:gd name="connsiteX124" fmla="*/ 1807028 w 1981200"/>
              <a:gd name="connsiteY124" fmla="*/ 29029 h 2213429"/>
              <a:gd name="connsiteX125" fmla="*/ 1850571 w 1981200"/>
              <a:gd name="connsiteY125" fmla="*/ 50800 h 2213429"/>
              <a:gd name="connsiteX126" fmla="*/ 1886857 w 1981200"/>
              <a:gd name="connsiteY126" fmla="*/ 79829 h 2213429"/>
              <a:gd name="connsiteX127" fmla="*/ 1908628 w 1981200"/>
              <a:gd name="connsiteY127" fmla="*/ 87086 h 2213429"/>
              <a:gd name="connsiteX128" fmla="*/ 1908628 w 1981200"/>
              <a:gd name="connsiteY128" fmla="*/ 108857 h 2213429"/>
              <a:gd name="connsiteX0" fmla="*/ 1908628 w 1981200"/>
              <a:gd name="connsiteY0" fmla="*/ 145142 h 2213429"/>
              <a:gd name="connsiteX1" fmla="*/ 1908628 w 1981200"/>
              <a:gd name="connsiteY1" fmla="*/ 108857 h 2213429"/>
              <a:gd name="connsiteX2" fmla="*/ 1930400 w 1981200"/>
              <a:gd name="connsiteY2" fmla="*/ 203200 h 2213429"/>
              <a:gd name="connsiteX3" fmla="*/ 1944914 w 1981200"/>
              <a:gd name="connsiteY3" fmla="*/ 254000 h 2213429"/>
              <a:gd name="connsiteX4" fmla="*/ 1952171 w 1981200"/>
              <a:gd name="connsiteY4" fmla="*/ 290286 h 2213429"/>
              <a:gd name="connsiteX5" fmla="*/ 1959428 w 1981200"/>
              <a:gd name="connsiteY5" fmla="*/ 333829 h 2213429"/>
              <a:gd name="connsiteX6" fmla="*/ 1966686 w 1981200"/>
              <a:gd name="connsiteY6" fmla="*/ 355600 h 2213429"/>
              <a:gd name="connsiteX7" fmla="*/ 1981200 w 1981200"/>
              <a:gd name="connsiteY7" fmla="*/ 551543 h 2213429"/>
              <a:gd name="connsiteX8" fmla="*/ 1966686 w 1981200"/>
              <a:gd name="connsiteY8" fmla="*/ 754743 h 2213429"/>
              <a:gd name="connsiteX9" fmla="*/ 1959428 w 1981200"/>
              <a:gd name="connsiteY9" fmla="*/ 892629 h 2213429"/>
              <a:gd name="connsiteX10" fmla="*/ 1952171 w 1981200"/>
              <a:gd name="connsiteY10" fmla="*/ 1045029 h 2213429"/>
              <a:gd name="connsiteX11" fmla="*/ 1923143 w 1981200"/>
              <a:gd name="connsiteY11" fmla="*/ 1190172 h 2213429"/>
              <a:gd name="connsiteX12" fmla="*/ 1901371 w 1981200"/>
              <a:gd name="connsiteY12" fmla="*/ 1219200 h 2213429"/>
              <a:gd name="connsiteX13" fmla="*/ 1886857 w 1981200"/>
              <a:gd name="connsiteY13" fmla="*/ 1233715 h 2213429"/>
              <a:gd name="connsiteX14" fmla="*/ 1865086 w 1981200"/>
              <a:gd name="connsiteY14" fmla="*/ 1262743 h 2213429"/>
              <a:gd name="connsiteX15" fmla="*/ 1850571 w 1981200"/>
              <a:gd name="connsiteY15" fmla="*/ 1277257 h 2213429"/>
              <a:gd name="connsiteX16" fmla="*/ 1821543 w 1981200"/>
              <a:gd name="connsiteY16" fmla="*/ 1320800 h 2213429"/>
              <a:gd name="connsiteX17" fmla="*/ 1785257 w 1981200"/>
              <a:gd name="connsiteY17" fmla="*/ 1386115 h 2213429"/>
              <a:gd name="connsiteX18" fmla="*/ 1770743 w 1981200"/>
              <a:gd name="connsiteY18" fmla="*/ 1407886 h 2213429"/>
              <a:gd name="connsiteX19" fmla="*/ 1741714 w 1981200"/>
              <a:gd name="connsiteY19" fmla="*/ 1429657 h 2213429"/>
              <a:gd name="connsiteX20" fmla="*/ 1705428 w 1981200"/>
              <a:gd name="connsiteY20" fmla="*/ 1465943 h 2213429"/>
              <a:gd name="connsiteX21" fmla="*/ 1669143 w 1981200"/>
              <a:gd name="connsiteY21" fmla="*/ 1494972 h 2213429"/>
              <a:gd name="connsiteX22" fmla="*/ 1596571 w 1981200"/>
              <a:gd name="connsiteY22" fmla="*/ 1574800 h 2213429"/>
              <a:gd name="connsiteX23" fmla="*/ 1560286 w 1981200"/>
              <a:gd name="connsiteY23" fmla="*/ 1625600 h 2213429"/>
              <a:gd name="connsiteX24" fmla="*/ 1545771 w 1981200"/>
              <a:gd name="connsiteY24" fmla="*/ 1640115 h 2213429"/>
              <a:gd name="connsiteX25" fmla="*/ 1516743 w 1981200"/>
              <a:gd name="connsiteY25" fmla="*/ 1683657 h 2213429"/>
              <a:gd name="connsiteX26" fmla="*/ 1502228 w 1981200"/>
              <a:gd name="connsiteY26" fmla="*/ 1712686 h 2213429"/>
              <a:gd name="connsiteX27" fmla="*/ 1465943 w 1981200"/>
              <a:gd name="connsiteY27" fmla="*/ 1748972 h 2213429"/>
              <a:gd name="connsiteX28" fmla="*/ 1451428 w 1981200"/>
              <a:gd name="connsiteY28" fmla="*/ 1763486 h 2213429"/>
              <a:gd name="connsiteX29" fmla="*/ 1436914 w 1981200"/>
              <a:gd name="connsiteY29" fmla="*/ 1785257 h 2213429"/>
              <a:gd name="connsiteX30" fmla="*/ 1400628 w 1981200"/>
              <a:gd name="connsiteY30" fmla="*/ 1821543 h 2213429"/>
              <a:gd name="connsiteX31" fmla="*/ 1378857 w 1981200"/>
              <a:gd name="connsiteY31" fmla="*/ 1850572 h 2213429"/>
              <a:gd name="connsiteX32" fmla="*/ 1364343 w 1981200"/>
              <a:gd name="connsiteY32" fmla="*/ 1879600 h 2213429"/>
              <a:gd name="connsiteX33" fmla="*/ 1349828 w 1981200"/>
              <a:gd name="connsiteY33" fmla="*/ 1894115 h 2213429"/>
              <a:gd name="connsiteX34" fmla="*/ 1335314 w 1981200"/>
              <a:gd name="connsiteY34" fmla="*/ 1915886 h 2213429"/>
              <a:gd name="connsiteX35" fmla="*/ 1306286 w 1981200"/>
              <a:gd name="connsiteY35" fmla="*/ 1930400 h 2213429"/>
              <a:gd name="connsiteX36" fmla="*/ 1291771 w 1981200"/>
              <a:gd name="connsiteY36" fmla="*/ 1944915 h 2213429"/>
              <a:gd name="connsiteX37" fmla="*/ 1270000 w 1981200"/>
              <a:gd name="connsiteY37" fmla="*/ 1959429 h 2213429"/>
              <a:gd name="connsiteX38" fmla="*/ 1248228 w 1981200"/>
              <a:gd name="connsiteY38" fmla="*/ 1981200 h 2213429"/>
              <a:gd name="connsiteX39" fmla="*/ 1197428 w 1981200"/>
              <a:gd name="connsiteY39" fmla="*/ 2017486 h 2213429"/>
              <a:gd name="connsiteX40" fmla="*/ 1161143 w 1981200"/>
              <a:gd name="connsiteY40" fmla="*/ 2053772 h 2213429"/>
              <a:gd name="connsiteX41" fmla="*/ 1117600 w 1981200"/>
              <a:gd name="connsiteY41" fmla="*/ 2082800 h 2213429"/>
              <a:gd name="connsiteX42" fmla="*/ 1103086 w 1981200"/>
              <a:gd name="connsiteY42" fmla="*/ 2097315 h 2213429"/>
              <a:gd name="connsiteX43" fmla="*/ 1037771 w 1981200"/>
              <a:gd name="connsiteY43" fmla="*/ 2140857 h 2213429"/>
              <a:gd name="connsiteX44" fmla="*/ 994228 w 1981200"/>
              <a:gd name="connsiteY44" fmla="*/ 2169886 h 2213429"/>
              <a:gd name="connsiteX45" fmla="*/ 965200 w 1981200"/>
              <a:gd name="connsiteY45" fmla="*/ 2184400 h 2213429"/>
              <a:gd name="connsiteX46" fmla="*/ 943428 w 1981200"/>
              <a:gd name="connsiteY46" fmla="*/ 2198915 h 2213429"/>
              <a:gd name="connsiteX47" fmla="*/ 899886 w 1981200"/>
              <a:gd name="connsiteY47" fmla="*/ 2213429 h 2213429"/>
              <a:gd name="connsiteX48" fmla="*/ 841828 w 1981200"/>
              <a:gd name="connsiteY48" fmla="*/ 2191657 h 2213429"/>
              <a:gd name="connsiteX49" fmla="*/ 812800 w 1981200"/>
              <a:gd name="connsiteY49" fmla="*/ 2177143 h 2213429"/>
              <a:gd name="connsiteX50" fmla="*/ 783771 w 1981200"/>
              <a:gd name="connsiteY50" fmla="*/ 2169886 h 2213429"/>
              <a:gd name="connsiteX51" fmla="*/ 754743 w 1981200"/>
              <a:gd name="connsiteY51" fmla="*/ 2155372 h 2213429"/>
              <a:gd name="connsiteX52" fmla="*/ 740228 w 1981200"/>
              <a:gd name="connsiteY52" fmla="*/ 2140857 h 2213429"/>
              <a:gd name="connsiteX53" fmla="*/ 689428 w 1981200"/>
              <a:gd name="connsiteY53" fmla="*/ 2126343 h 2213429"/>
              <a:gd name="connsiteX54" fmla="*/ 667657 w 1981200"/>
              <a:gd name="connsiteY54" fmla="*/ 2111829 h 2213429"/>
              <a:gd name="connsiteX55" fmla="*/ 624114 w 1981200"/>
              <a:gd name="connsiteY55" fmla="*/ 2097315 h 2213429"/>
              <a:gd name="connsiteX56" fmla="*/ 602343 w 1981200"/>
              <a:gd name="connsiteY56" fmla="*/ 2090057 h 2213429"/>
              <a:gd name="connsiteX57" fmla="*/ 558800 w 1981200"/>
              <a:gd name="connsiteY57" fmla="*/ 2075543 h 2213429"/>
              <a:gd name="connsiteX58" fmla="*/ 508000 w 1981200"/>
              <a:gd name="connsiteY58" fmla="*/ 2053772 h 2213429"/>
              <a:gd name="connsiteX59" fmla="*/ 493486 w 1981200"/>
              <a:gd name="connsiteY59" fmla="*/ 2039257 h 2213429"/>
              <a:gd name="connsiteX60" fmla="*/ 449943 w 1981200"/>
              <a:gd name="connsiteY60" fmla="*/ 2010229 h 2213429"/>
              <a:gd name="connsiteX61" fmla="*/ 428171 w 1981200"/>
              <a:gd name="connsiteY61" fmla="*/ 1988457 h 2213429"/>
              <a:gd name="connsiteX62" fmla="*/ 399143 w 1981200"/>
              <a:gd name="connsiteY62" fmla="*/ 1973943 h 2213429"/>
              <a:gd name="connsiteX63" fmla="*/ 355600 w 1981200"/>
              <a:gd name="connsiteY63" fmla="*/ 1944915 h 2213429"/>
              <a:gd name="connsiteX64" fmla="*/ 326571 w 1981200"/>
              <a:gd name="connsiteY64" fmla="*/ 1930400 h 2213429"/>
              <a:gd name="connsiteX65" fmla="*/ 254000 w 1981200"/>
              <a:gd name="connsiteY65" fmla="*/ 1865086 h 2213429"/>
              <a:gd name="connsiteX66" fmla="*/ 210457 w 1981200"/>
              <a:gd name="connsiteY66" fmla="*/ 1836057 h 2213429"/>
              <a:gd name="connsiteX67" fmla="*/ 159657 w 1981200"/>
              <a:gd name="connsiteY67" fmla="*/ 1785257 h 2213429"/>
              <a:gd name="connsiteX68" fmla="*/ 137886 w 1981200"/>
              <a:gd name="connsiteY68" fmla="*/ 1763486 h 2213429"/>
              <a:gd name="connsiteX69" fmla="*/ 123371 w 1981200"/>
              <a:gd name="connsiteY69" fmla="*/ 1748972 h 2213429"/>
              <a:gd name="connsiteX70" fmla="*/ 116114 w 1981200"/>
              <a:gd name="connsiteY70" fmla="*/ 1727200 h 2213429"/>
              <a:gd name="connsiteX71" fmla="*/ 108857 w 1981200"/>
              <a:gd name="connsiteY71" fmla="*/ 1683657 h 2213429"/>
              <a:gd name="connsiteX72" fmla="*/ 94343 w 1981200"/>
              <a:gd name="connsiteY72" fmla="*/ 1661886 h 2213429"/>
              <a:gd name="connsiteX73" fmla="*/ 79828 w 1981200"/>
              <a:gd name="connsiteY73" fmla="*/ 1625600 h 2213429"/>
              <a:gd name="connsiteX74" fmla="*/ 72571 w 1981200"/>
              <a:gd name="connsiteY74" fmla="*/ 1603829 h 2213429"/>
              <a:gd name="connsiteX75" fmla="*/ 58057 w 1981200"/>
              <a:gd name="connsiteY75" fmla="*/ 1582057 h 2213429"/>
              <a:gd name="connsiteX76" fmla="*/ 43543 w 1981200"/>
              <a:gd name="connsiteY76" fmla="*/ 1553029 h 2213429"/>
              <a:gd name="connsiteX77" fmla="*/ 14514 w 1981200"/>
              <a:gd name="connsiteY77" fmla="*/ 1451429 h 2213429"/>
              <a:gd name="connsiteX78" fmla="*/ 7257 w 1981200"/>
              <a:gd name="connsiteY78" fmla="*/ 1429657 h 2213429"/>
              <a:gd name="connsiteX79" fmla="*/ 0 w 1981200"/>
              <a:gd name="connsiteY79" fmla="*/ 1407886 h 2213429"/>
              <a:gd name="connsiteX80" fmla="*/ 7257 w 1981200"/>
              <a:gd name="connsiteY80" fmla="*/ 1357086 h 2213429"/>
              <a:gd name="connsiteX81" fmla="*/ 29028 w 1981200"/>
              <a:gd name="connsiteY81" fmla="*/ 1335315 h 2213429"/>
              <a:gd name="connsiteX82" fmla="*/ 94343 w 1981200"/>
              <a:gd name="connsiteY82" fmla="*/ 1291772 h 2213429"/>
              <a:gd name="connsiteX83" fmla="*/ 116114 w 1981200"/>
              <a:gd name="connsiteY83" fmla="*/ 1277257 h 2213429"/>
              <a:gd name="connsiteX84" fmla="*/ 203200 w 1981200"/>
              <a:gd name="connsiteY84" fmla="*/ 1248229 h 2213429"/>
              <a:gd name="connsiteX85" fmla="*/ 290286 w 1981200"/>
              <a:gd name="connsiteY85" fmla="*/ 1219200 h 2213429"/>
              <a:gd name="connsiteX86" fmla="*/ 312057 w 1981200"/>
              <a:gd name="connsiteY86" fmla="*/ 1211943 h 2213429"/>
              <a:gd name="connsiteX87" fmla="*/ 333828 w 1981200"/>
              <a:gd name="connsiteY87" fmla="*/ 1204686 h 2213429"/>
              <a:gd name="connsiteX88" fmla="*/ 399143 w 1981200"/>
              <a:gd name="connsiteY88" fmla="*/ 1190172 h 2213429"/>
              <a:gd name="connsiteX89" fmla="*/ 435428 w 1981200"/>
              <a:gd name="connsiteY89" fmla="*/ 1168400 h 2213429"/>
              <a:gd name="connsiteX90" fmla="*/ 508000 w 1981200"/>
              <a:gd name="connsiteY90" fmla="*/ 1132115 h 2213429"/>
              <a:gd name="connsiteX91" fmla="*/ 616857 w 1981200"/>
              <a:gd name="connsiteY91" fmla="*/ 1052286 h 2213429"/>
              <a:gd name="connsiteX92" fmla="*/ 638628 w 1981200"/>
              <a:gd name="connsiteY92" fmla="*/ 1030515 h 2213429"/>
              <a:gd name="connsiteX93" fmla="*/ 660400 w 1981200"/>
              <a:gd name="connsiteY93" fmla="*/ 1016000 h 2213429"/>
              <a:gd name="connsiteX94" fmla="*/ 703943 w 1981200"/>
              <a:gd name="connsiteY94" fmla="*/ 972457 h 2213429"/>
              <a:gd name="connsiteX95" fmla="*/ 732971 w 1981200"/>
              <a:gd name="connsiteY95" fmla="*/ 943429 h 2213429"/>
              <a:gd name="connsiteX96" fmla="*/ 769257 w 1981200"/>
              <a:gd name="connsiteY96" fmla="*/ 914400 h 2213429"/>
              <a:gd name="connsiteX97" fmla="*/ 856343 w 1981200"/>
              <a:gd name="connsiteY97" fmla="*/ 834572 h 2213429"/>
              <a:gd name="connsiteX98" fmla="*/ 870857 w 1981200"/>
              <a:gd name="connsiteY98" fmla="*/ 812800 h 2213429"/>
              <a:gd name="connsiteX99" fmla="*/ 892628 w 1981200"/>
              <a:gd name="connsiteY99" fmla="*/ 776515 h 2213429"/>
              <a:gd name="connsiteX100" fmla="*/ 921657 w 1981200"/>
              <a:gd name="connsiteY100" fmla="*/ 754743 h 2213429"/>
              <a:gd name="connsiteX101" fmla="*/ 957943 w 1981200"/>
              <a:gd name="connsiteY101" fmla="*/ 696686 h 2213429"/>
              <a:gd name="connsiteX102" fmla="*/ 1001486 w 1981200"/>
              <a:gd name="connsiteY102" fmla="*/ 645886 h 2213429"/>
              <a:gd name="connsiteX103" fmla="*/ 1023257 w 1981200"/>
              <a:gd name="connsiteY103" fmla="*/ 616857 h 2213429"/>
              <a:gd name="connsiteX104" fmla="*/ 1059543 w 1981200"/>
              <a:gd name="connsiteY104" fmla="*/ 580572 h 2213429"/>
              <a:gd name="connsiteX105" fmla="*/ 1081314 w 1981200"/>
              <a:gd name="connsiteY105" fmla="*/ 551543 h 2213429"/>
              <a:gd name="connsiteX106" fmla="*/ 1146628 w 1981200"/>
              <a:gd name="connsiteY106" fmla="*/ 486229 h 2213429"/>
              <a:gd name="connsiteX107" fmla="*/ 1211943 w 1981200"/>
              <a:gd name="connsiteY107" fmla="*/ 413657 h 2213429"/>
              <a:gd name="connsiteX108" fmla="*/ 1270000 w 1981200"/>
              <a:gd name="connsiteY108" fmla="*/ 341086 h 2213429"/>
              <a:gd name="connsiteX109" fmla="*/ 1306286 w 1981200"/>
              <a:gd name="connsiteY109" fmla="*/ 304800 h 2213429"/>
              <a:gd name="connsiteX110" fmla="*/ 1320800 w 1981200"/>
              <a:gd name="connsiteY110" fmla="*/ 283029 h 2213429"/>
              <a:gd name="connsiteX111" fmla="*/ 1342571 w 1981200"/>
              <a:gd name="connsiteY111" fmla="*/ 254000 h 2213429"/>
              <a:gd name="connsiteX112" fmla="*/ 1357086 w 1981200"/>
              <a:gd name="connsiteY112" fmla="*/ 232229 h 2213429"/>
              <a:gd name="connsiteX113" fmla="*/ 1378857 w 1981200"/>
              <a:gd name="connsiteY113" fmla="*/ 210457 h 2213429"/>
              <a:gd name="connsiteX114" fmla="*/ 1400628 w 1981200"/>
              <a:gd name="connsiteY114" fmla="*/ 174172 h 2213429"/>
              <a:gd name="connsiteX115" fmla="*/ 1444171 w 1981200"/>
              <a:gd name="connsiteY115" fmla="*/ 145143 h 2213429"/>
              <a:gd name="connsiteX116" fmla="*/ 1487714 w 1981200"/>
              <a:gd name="connsiteY116" fmla="*/ 101600 h 2213429"/>
              <a:gd name="connsiteX117" fmla="*/ 1509486 w 1981200"/>
              <a:gd name="connsiteY117" fmla="*/ 79829 h 2213429"/>
              <a:gd name="connsiteX118" fmla="*/ 1531257 w 1981200"/>
              <a:gd name="connsiteY118" fmla="*/ 65315 h 2213429"/>
              <a:gd name="connsiteX119" fmla="*/ 1545771 w 1981200"/>
              <a:gd name="connsiteY119" fmla="*/ 50800 h 2213429"/>
              <a:gd name="connsiteX120" fmla="*/ 1567543 w 1981200"/>
              <a:gd name="connsiteY120" fmla="*/ 43543 h 2213429"/>
              <a:gd name="connsiteX121" fmla="*/ 1611086 w 1981200"/>
              <a:gd name="connsiteY121" fmla="*/ 14515 h 2213429"/>
              <a:gd name="connsiteX122" fmla="*/ 1654628 w 1981200"/>
              <a:gd name="connsiteY122" fmla="*/ 0 h 2213429"/>
              <a:gd name="connsiteX123" fmla="*/ 1756228 w 1981200"/>
              <a:gd name="connsiteY123" fmla="*/ 14515 h 2213429"/>
              <a:gd name="connsiteX124" fmla="*/ 1807028 w 1981200"/>
              <a:gd name="connsiteY124" fmla="*/ 29029 h 2213429"/>
              <a:gd name="connsiteX125" fmla="*/ 1850571 w 1981200"/>
              <a:gd name="connsiteY125" fmla="*/ 50800 h 2213429"/>
              <a:gd name="connsiteX126" fmla="*/ 1886857 w 1981200"/>
              <a:gd name="connsiteY126" fmla="*/ 79829 h 2213429"/>
              <a:gd name="connsiteX127" fmla="*/ 1908628 w 1981200"/>
              <a:gd name="connsiteY127" fmla="*/ 87086 h 2213429"/>
              <a:gd name="connsiteX128" fmla="*/ 1908628 w 1981200"/>
              <a:gd name="connsiteY128" fmla="*/ 145142 h 22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1981200" h="2213429">
                <a:moveTo>
                  <a:pt x="1908628" y="145142"/>
                </a:moveTo>
                <a:lnTo>
                  <a:pt x="1908628" y="108857"/>
                </a:lnTo>
                <a:cubicBezTo>
                  <a:pt x="1911144" y="120176"/>
                  <a:pt x="1924068" y="181036"/>
                  <a:pt x="1930400" y="203200"/>
                </a:cubicBezTo>
                <a:cubicBezTo>
                  <a:pt x="1942521" y="245623"/>
                  <a:pt x="1933573" y="202963"/>
                  <a:pt x="1944914" y="254000"/>
                </a:cubicBezTo>
                <a:cubicBezTo>
                  <a:pt x="1947590" y="266041"/>
                  <a:pt x="1949965" y="278150"/>
                  <a:pt x="1952171" y="290286"/>
                </a:cubicBezTo>
                <a:cubicBezTo>
                  <a:pt x="1954803" y="304763"/>
                  <a:pt x="1956236" y="319465"/>
                  <a:pt x="1959428" y="333829"/>
                </a:cubicBezTo>
                <a:cubicBezTo>
                  <a:pt x="1961088" y="341296"/>
                  <a:pt x="1964267" y="348343"/>
                  <a:pt x="1966686" y="355600"/>
                </a:cubicBezTo>
                <a:cubicBezTo>
                  <a:pt x="1972917" y="417908"/>
                  <a:pt x="1981200" y="490751"/>
                  <a:pt x="1981200" y="551543"/>
                </a:cubicBezTo>
                <a:cubicBezTo>
                  <a:pt x="1981200" y="678347"/>
                  <a:pt x="1980512" y="671785"/>
                  <a:pt x="1966686" y="754743"/>
                </a:cubicBezTo>
                <a:cubicBezTo>
                  <a:pt x="1964267" y="800705"/>
                  <a:pt x="1961847" y="844248"/>
                  <a:pt x="1959428" y="892629"/>
                </a:cubicBezTo>
                <a:cubicBezTo>
                  <a:pt x="1957009" y="941010"/>
                  <a:pt x="1956633" y="958024"/>
                  <a:pt x="1952171" y="1045029"/>
                </a:cubicBezTo>
                <a:cubicBezTo>
                  <a:pt x="1950644" y="1074811"/>
                  <a:pt x="1931610" y="1161144"/>
                  <a:pt x="1923143" y="1190172"/>
                </a:cubicBezTo>
                <a:cubicBezTo>
                  <a:pt x="1914676" y="1219201"/>
                  <a:pt x="1909114" y="1209908"/>
                  <a:pt x="1901371" y="1219200"/>
                </a:cubicBezTo>
                <a:cubicBezTo>
                  <a:pt x="1896991" y="1224456"/>
                  <a:pt x="1891237" y="1228459"/>
                  <a:pt x="1886857" y="1233715"/>
                </a:cubicBezTo>
                <a:cubicBezTo>
                  <a:pt x="1879114" y="1243007"/>
                  <a:pt x="1872829" y="1253451"/>
                  <a:pt x="1865086" y="1262743"/>
                </a:cubicBezTo>
                <a:cubicBezTo>
                  <a:pt x="1860706" y="1267999"/>
                  <a:pt x="1854676" y="1271783"/>
                  <a:pt x="1850571" y="1277257"/>
                </a:cubicBezTo>
                <a:cubicBezTo>
                  <a:pt x="1840105" y="1291212"/>
                  <a:pt x="1821543" y="1320800"/>
                  <a:pt x="1821543" y="1320800"/>
                </a:cubicBezTo>
                <a:cubicBezTo>
                  <a:pt x="1808770" y="1359121"/>
                  <a:pt x="1818530" y="1336207"/>
                  <a:pt x="1785257" y="1386115"/>
                </a:cubicBezTo>
                <a:cubicBezTo>
                  <a:pt x="1780419" y="1393372"/>
                  <a:pt x="1777721" y="1402653"/>
                  <a:pt x="1770743" y="1407886"/>
                </a:cubicBezTo>
                <a:cubicBezTo>
                  <a:pt x="1761067" y="1415143"/>
                  <a:pt x="1750754" y="1421621"/>
                  <a:pt x="1741714" y="1429657"/>
                </a:cubicBezTo>
                <a:cubicBezTo>
                  <a:pt x="1728929" y="1441021"/>
                  <a:pt x="1718785" y="1455257"/>
                  <a:pt x="1705428" y="1465943"/>
                </a:cubicBezTo>
                <a:cubicBezTo>
                  <a:pt x="1693333" y="1475619"/>
                  <a:pt x="1679649" y="1483590"/>
                  <a:pt x="1669143" y="1494972"/>
                </a:cubicBezTo>
                <a:cubicBezTo>
                  <a:pt x="1585718" y="1585350"/>
                  <a:pt x="1649916" y="1539238"/>
                  <a:pt x="1596571" y="1574800"/>
                </a:cubicBezTo>
                <a:cubicBezTo>
                  <a:pt x="1584001" y="1593655"/>
                  <a:pt x="1575291" y="1607594"/>
                  <a:pt x="1560286" y="1625600"/>
                </a:cubicBezTo>
                <a:cubicBezTo>
                  <a:pt x="1555906" y="1630856"/>
                  <a:pt x="1549876" y="1634641"/>
                  <a:pt x="1545771" y="1640115"/>
                </a:cubicBezTo>
                <a:cubicBezTo>
                  <a:pt x="1535305" y="1654070"/>
                  <a:pt x="1524544" y="1668055"/>
                  <a:pt x="1516743" y="1683657"/>
                </a:cubicBezTo>
                <a:cubicBezTo>
                  <a:pt x="1511905" y="1693333"/>
                  <a:pt x="1508870" y="1704146"/>
                  <a:pt x="1502228" y="1712686"/>
                </a:cubicBezTo>
                <a:cubicBezTo>
                  <a:pt x="1491727" y="1726188"/>
                  <a:pt x="1478038" y="1736877"/>
                  <a:pt x="1465943" y="1748972"/>
                </a:cubicBezTo>
                <a:cubicBezTo>
                  <a:pt x="1461105" y="1753810"/>
                  <a:pt x="1455223" y="1757793"/>
                  <a:pt x="1451428" y="1763486"/>
                </a:cubicBezTo>
                <a:cubicBezTo>
                  <a:pt x="1446590" y="1770743"/>
                  <a:pt x="1442657" y="1778693"/>
                  <a:pt x="1436914" y="1785257"/>
                </a:cubicBezTo>
                <a:cubicBezTo>
                  <a:pt x="1425650" y="1798130"/>
                  <a:pt x="1410891" y="1807859"/>
                  <a:pt x="1400628" y="1821543"/>
                </a:cubicBezTo>
                <a:cubicBezTo>
                  <a:pt x="1393371" y="1831219"/>
                  <a:pt x="1385267" y="1840315"/>
                  <a:pt x="1378857" y="1850572"/>
                </a:cubicBezTo>
                <a:cubicBezTo>
                  <a:pt x="1373123" y="1859746"/>
                  <a:pt x="1370344" y="1870599"/>
                  <a:pt x="1364343" y="1879600"/>
                </a:cubicBezTo>
                <a:cubicBezTo>
                  <a:pt x="1360547" y="1885293"/>
                  <a:pt x="1354102" y="1888772"/>
                  <a:pt x="1349828" y="1894115"/>
                </a:cubicBezTo>
                <a:cubicBezTo>
                  <a:pt x="1344379" y="1900926"/>
                  <a:pt x="1342014" y="1910302"/>
                  <a:pt x="1335314" y="1915886"/>
                </a:cubicBezTo>
                <a:cubicBezTo>
                  <a:pt x="1327003" y="1922812"/>
                  <a:pt x="1315287" y="1924399"/>
                  <a:pt x="1306286" y="1930400"/>
                </a:cubicBezTo>
                <a:cubicBezTo>
                  <a:pt x="1300593" y="1934196"/>
                  <a:pt x="1297114" y="1940641"/>
                  <a:pt x="1291771" y="1944915"/>
                </a:cubicBezTo>
                <a:cubicBezTo>
                  <a:pt x="1284960" y="1950364"/>
                  <a:pt x="1276700" y="1953845"/>
                  <a:pt x="1270000" y="1959429"/>
                </a:cubicBezTo>
                <a:cubicBezTo>
                  <a:pt x="1262116" y="1965999"/>
                  <a:pt x="1256112" y="1974630"/>
                  <a:pt x="1248228" y="1981200"/>
                </a:cubicBezTo>
                <a:cubicBezTo>
                  <a:pt x="1185837" y="2033193"/>
                  <a:pt x="1275809" y="1947814"/>
                  <a:pt x="1197428" y="2017486"/>
                </a:cubicBezTo>
                <a:cubicBezTo>
                  <a:pt x="1184643" y="2028850"/>
                  <a:pt x="1175375" y="2044284"/>
                  <a:pt x="1161143" y="2053772"/>
                </a:cubicBezTo>
                <a:cubicBezTo>
                  <a:pt x="1146629" y="2063448"/>
                  <a:pt x="1129934" y="2070465"/>
                  <a:pt x="1117600" y="2082800"/>
                </a:cubicBezTo>
                <a:cubicBezTo>
                  <a:pt x="1112762" y="2087638"/>
                  <a:pt x="1108560" y="2093210"/>
                  <a:pt x="1103086" y="2097315"/>
                </a:cubicBezTo>
                <a:cubicBezTo>
                  <a:pt x="1103067" y="2097330"/>
                  <a:pt x="1048667" y="2133593"/>
                  <a:pt x="1037771" y="2140857"/>
                </a:cubicBezTo>
                <a:lnTo>
                  <a:pt x="994228" y="2169886"/>
                </a:lnTo>
                <a:cubicBezTo>
                  <a:pt x="984552" y="2174724"/>
                  <a:pt x="974593" y="2179033"/>
                  <a:pt x="965200" y="2184400"/>
                </a:cubicBezTo>
                <a:cubicBezTo>
                  <a:pt x="957627" y="2188728"/>
                  <a:pt x="951399" y="2195372"/>
                  <a:pt x="943428" y="2198915"/>
                </a:cubicBezTo>
                <a:cubicBezTo>
                  <a:pt x="929448" y="2205129"/>
                  <a:pt x="899886" y="2213429"/>
                  <a:pt x="899886" y="2213429"/>
                </a:cubicBezTo>
                <a:cubicBezTo>
                  <a:pt x="870511" y="2184056"/>
                  <a:pt x="901700" y="2209619"/>
                  <a:pt x="841828" y="2191657"/>
                </a:cubicBezTo>
                <a:cubicBezTo>
                  <a:pt x="831466" y="2188548"/>
                  <a:pt x="822929" y="2180941"/>
                  <a:pt x="812800" y="2177143"/>
                </a:cubicBezTo>
                <a:cubicBezTo>
                  <a:pt x="803461" y="2173641"/>
                  <a:pt x="793447" y="2172305"/>
                  <a:pt x="783771" y="2169886"/>
                </a:cubicBezTo>
                <a:cubicBezTo>
                  <a:pt x="774095" y="2165048"/>
                  <a:pt x="763744" y="2161373"/>
                  <a:pt x="754743" y="2155372"/>
                </a:cubicBezTo>
                <a:cubicBezTo>
                  <a:pt x="749050" y="2151576"/>
                  <a:pt x="746095" y="2144377"/>
                  <a:pt x="740228" y="2140857"/>
                </a:cubicBezTo>
                <a:cubicBezTo>
                  <a:pt x="732791" y="2136395"/>
                  <a:pt x="694850" y="2127699"/>
                  <a:pt x="689428" y="2126343"/>
                </a:cubicBezTo>
                <a:cubicBezTo>
                  <a:pt x="682171" y="2121505"/>
                  <a:pt x="675627" y="2115371"/>
                  <a:pt x="667657" y="2111829"/>
                </a:cubicBezTo>
                <a:cubicBezTo>
                  <a:pt x="653676" y="2105615"/>
                  <a:pt x="638628" y="2102153"/>
                  <a:pt x="624114" y="2097315"/>
                </a:cubicBezTo>
                <a:lnTo>
                  <a:pt x="602343" y="2090057"/>
                </a:lnTo>
                <a:cubicBezTo>
                  <a:pt x="602342" y="2090057"/>
                  <a:pt x="558801" y="2075544"/>
                  <a:pt x="558800" y="2075543"/>
                </a:cubicBezTo>
                <a:cubicBezTo>
                  <a:pt x="528729" y="2055497"/>
                  <a:pt x="545490" y="2063144"/>
                  <a:pt x="508000" y="2053772"/>
                </a:cubicBezTo>
                <a:cubicBezTo>
                  <a:pt x="503162" y="2048934"/>
                  <a:pt x="498960" y="2043362"/>
                  <a:pt x="493486" y="2039257"/>
                </a:cubicBezTo>
                <a:cubicBezTo>
                  <a:pt x="479531" y="2028791"/>
                  <a:pt x="462278" y="2022564"/>
                  <a:pt x="449943" y="2010229"/>
                </a:cubicBezTo>
                <a:cubicBezTo>
                  <a:pt x="442686" y="2002972"/>
                  <a:pt x="436523" y="1994423"/>
                  <a:pt x="428171" y="1988457"/>
                </a:cubicBezTo>
                <a:cubicBezTo>
                  <a:pt x="419368" y="1982169"/>
                  <a:pt x="408419" y="1979509"/>
                  <a:pt x="399143" y="1973943"/>
                </a:cubicBezTo>
                <a:cubicBezTo>
                  <a:pt x="384185" y="1964968"/>
                  <a:pt x="371202" y="1952716"/>
                  <a:pt x="355600" y="1944915"/>
                </a:cubicBezTo>
                <a:cubicBezTo>
                  <a:pt x="345924" y="1940077"/>
                  <a:pt x="335019" y="1937158"/>
                  <a:pt x="326571" y="1930400"/>
                </a:cubicBezTo>
                <a:cubicBezTo>
                  <a:pt x="208851" y="1836223"/>
                  <a:pt x="338118" y="1923969"/>
                  <a:pt x="254000" y="1865086"/>
                </a:cubicBezTo>
                <a:cubicBezTo>
                  <a:pt x="239709" y="1855082"/>
                  <a:pt x="222792" y="1848392"/>
                  <a:pt x="210457" y="1836057"/>
                </a:cubicBezTo>
                <a:lnTo>
                  <a:pt x="159657" y="1785257"/>
                </a:lnTo>
                <a:lnTo>
                  <a:pt x="137886" y="1763486"/>
                </a:lnTo>
                <a:lnTo>
                  <a:pt x="123371" y="1748972"/>
                </a:lnTo>
                <a:cubicBezTo>
                  <a:pt x="120952" y="1741715"/>
                  <a:pt x="117773" y="1734668"/>
                  <a:pt x="116114" y="1727200"/>
                </a:cubicBezTo>
                <a:cubicBezTo>
                  <a:pt x="112922" y="1712836"/>
                  <a:pt x="113510" y="1697616"/>
                  <a:pt x="108857" y="1683657"/>
                </a:cubicBezTo>
                <a:cubicBezTo>
                  <a:pt x="106099" y="1675383"/>
                  <a:pt x="98244" y="1669687"/>
                  <a:pt x="94343" y="1661886"/>
                </a:cubicBezTo>
                <a:cubicBezTo>
                  <a:pt x="88517" y="1650234"/>
                  <a:pt x="84402" y="1637798"/>
                  <a:pt x="79828" y="1625600"/>
                </a:cubicBezTo>
                <a:cubicBezTo>
                  <a:pt x="77142" y="1618438"/>
                  <a:pt x="75992" y="1610671"/>
                  <a:pt x="72571" y="1603829"/>
                </a:cubicBezTo>
                <a:cubicBezTo>
                  <a:pt x="68670" y="1596028"/>
                  <a:pt x="62384" y="1589630"/>
                  <a:pt x="58057" y="1582057"/>
                </a:cubicBezTo>
                <a:cubicBezTo>
                  <a:pt x="52690" y="1572664"/>
                  <a:pt x="48381" y="1562705"/>
                  <a:pt x="43543" y="1553029"/>
                </a:cubicBezTo>
                <a:cubicBezTo>
                  <a:pt x="25317" y="1480127"/>
                  <a:pt x="35336" y="1513898"/>
                  <a:pt x="14514" y="1451429"/>
                </a:cubicBezTo>
                <a:lnTo>
                  <a:pt x="7257" y="1429657"/>
                </a:lnTo>
                <a:lnTo>
                  <a:pt x="0" y="1407886"/>
                </a:lnTo>
                <a:cubicBezTo>
                  <a:pt x="2419" y="1390953"/>
                  <a:pt x="904" y="1372968"/>
                  <a:pt x="7257" y="1357086"/>
                </a:cubicBezTo>
                <a:cubicBezTo>
                  <a:pt x="11069" y="1347557"/>
                  <a:pt x="20927" y="1341616"/>
                  <a:pt x="29028" y="1335315"/>
                </a:cubicBezTo>
                <a:cubicBezTo>
                  <a:pt x="29053" y="1335296"/>
                  <a:pt x="83444" y="1299038"/>
                  <a:pt x="94343" y="1291772"/>
                </a:cubicBezTo>
                <a:cubicBezTo>
                  <a:pt x="101600" y="1286934"/>
                  <a:pt x="107840" y="1280015"/>
                  <a:pt x="116114" y="1277257"/>
                </a:cubicBezTo>
                <a:lnTo>
                  <a:pt x="203200" y="1248229"/>
                </a:lnTo>
                <a:lnTo>
                  <a:pt x="290286" y="1219200"/>
                </a:lnTo>
                <a:lnTo>
                  <a:pt x="312057" y="1211943"/>
                </a:lnTo>
                <a:cubicBezTo>
                  <a:pt x="319314" y="1209524"/>
                  <a:pt x="326407" y="1206541"/>
                  <a:pt x="333828" y="1204686"/>
                </a:cubicBezTo>
                <a:cubicBezTo>
                  <a:pt x="374824" y="1194437"/>
                  <a:pt x="353077" y="1199385"/>
                  <a:pt x="399143" y="1190172"/>
                </a:cubicBezTo>
                <a:cubicBezTo>
                  <a:pt x="411238" y="1182915"/>
                  <a:pt x="422982" y="1175038"/>
                  <a:pt x="435428" y="1168400"/>
                </a:cubicBezTo>
                <a:cubicBezTo>
                  <a:pt x="459292" y="1155673"/>
                  <a:pt x="485497" y="1147117"/>
                  <a:pt x="508000" y="1132115"/>
                </a:cubicBezTo>
                <a:cubicBezTo>
                  <a:pt x="541147" y="1110017"/>
                  <a:pt x="590496" y="1078647"/>
                  <a:pt x="616857" y="1052286"/>
                </a:cubicBezTo>
                <a:cubicBezTo>
                  <a:pt x="624114" y="1045029"/>
                  <a:pt x="630744" y="1037085"/>
                  <a:pt x="638628" y="1030515"/>
                </a:cubicBezTo>
                <a:cubicBezTo>
                  <a:pt x="645329" y="1024931"/>
                  <a:pt x="653881" y="1021795"/>
                  <a:pt x="660400" y="1016000"/>
                </a:cubicBezTo>
                <a:cubicBezTo>
                  <a:pt x="675742" y="1002363"/>
                  <a:pt x="689429" y="986971"/>
                  <a:pt x="703943" y="972457"/>
                </a:cubicBezTo>
                <a:cubicBezTo>
                  <a:pt x="713619" y="962781"/>
                  <a:pt x="722286" y="951977"/>
                  <a:pt x="732971" y="943429"/>
                </a:cubicBezTo>
                <a:cubicBezTo>
                  <a:pt x="745066" y="933753"/>
                  <a:pt x="757875" y="924906"/>
                  <a:pt x="769257" y="914400"/>
                </a:cubicBezTo>
                <a:cubicBezTo>
                  <a:pt x="865466" y="825592"/>
                  <a:pt x="792338" y="882574"/>
                  <a:pt x="856343" y="834572"/>
                </a:cubicBezTo>
                <a:cubicBezTo>
                  <a:pt x="861181" y="827315"/>
                  <a:pt x="866234" y="820196"/>
                  <a:pt x="870857" y="812800"/>
                </a:cubicBezTo>
                <a:cubicBezTo>
                  <a:pt x="878333" y="800839"/>
                  <a:pt x="883340" y="787130"/>
                  <a:pt x="892628" y="776515"/>
                </a:cubicBezTo>
                <a:cubicBezTo>
                  <a:pt x="900593" y="767412"/>
                  <a:pt x="913104" y="763296"/>
                  <a:pt x="921657" y="754743"/>
                </a:cubicBezTo>
                <a:cubicBezTo>
                  <a:pt x="953349" y="723051"/>
                  <a:pt x="934951" y="731174"/>
                  <a:pt x="957943" y="696686"/>
                </a:cubicBezTo>
                <a:cubicBezTo>
                  <a:pt x="1001944" y="630684"/>
                  <a:pt x="971292" y="682119"/>
                  <a:pt x="1001486" y="645886"/>
                </a:cubicBezTo>
                <a:cubicBezTo>
                  <a:pt x="1009229" y="636594"/>
                  <a:pt x="1015221" y="625897"/>
                  <a:pt x="1023257" y="616857"/>
                </a:cubicBezTo>
                <a:cubicBezTo>
                  <a:pt x="1034621" y="604072"/>
                  <a:pt x="1048179" y="593357"/>
                  <a:pt x="1059543" y="580572"/>
                </a:cubicBezTo>
                <a:cubicBezTo>
                  <a:pt x="1067579" y="571532"/>
                  <a:pt x="1073110" y="560431"/>
                  <a:pt x="1081314" y="551543"/>
                </a:cubicBezTo>
                <a:cubicBezTo>
                  <a:pt x="1102198" y="528919"/>
                  <a:pt x="1127394" y="510271"/>
                  <a:pt x="1146628" y="486229"/>
                </a:cubicBezTo>
                <a:cubicBezTo>
                  <a:pt x="1254788" y="351030"/>
                  <a:pt x="1089119" y="555376"/>
                  <a:pt x="1211943" y="413657"/>
                </a:cubicBezTo>
                <a:cubicBezTo>
                  <a:pt x="1232232" y="390247"/>
                  <a:pt x="1248095" y="362991"/>
                  <a:pt x="1270000" y="341086"/>
                </a:cubicBezTo>
                <a:cubicBezTo>
                  <a:pt x="1282095" y="328991"/>
                  <a:pt x="1295022" y="317673"/>
                  <a:pt x="1306286" y="304800"/>
                </a:cubicBezTo>
                <a:cubicBezTo>
                  <a:pt x="1312029" y="298236"/>
                  <a:pt x="1315731" y="290126"/>
                  <a:pt x="1320800" y="283029"/>
                </a:cubicBezTo>
                <a:cubicBezTo>
                  <a:pt x="1327830" y="273187"/>
                  <a:pt x="1335541" y="263842"/>
                  <a:pt x="1342571" y="254000"/>
                </a:cubicBezTo>
                <a:cubicBezTo>
                  <a:pt x="1347641" y="246903"/>
                  <a:pt x="1351502" y="238929"/>
                  <a:pt x="1357086" y="232229"/>
                </a:cubicBezTo>
                <a:cubicBezTo>
                  <a:pt x="1363656" y="224345"/>
                  <a:pt x="1372699" y="218668"/>
                  <a:pt x="1378857" y="210457"/>
                </a:cubicBezTo>
                <a:cubicBezTo>
                  <a:pt x="1387320" y="199173"/>
                  <a:pt x="1390654" y="184146"/>
                  <a:pt x="1400628" y="174172"/>
                </a:cubicBezTo>
                <a:cubicBezTo>
                  <a:pt x="1412963" y="161837"/>
                  <a:pt x="1444171" y="145143"/>
                  <a:pt x="1444171" y="145143"/>
                </a:cubicBezTo>
                <a:cubicBezTo>
                  <a:pt x="1469722" y="106819"/>
                  <a:pt x="1445708" y="137605"/>
                  <a:pt x="1487714" y="101600"/>
                </a:cubicBezTo>
                <a:cubicBezTo>
                  <a:pt x="1495506" y="94921"/>
                  <a:pt x="1501602" y="86399"/>
                  <a:pt x="1509486" y="79829"/>
                </a:cubicBezTo>
                <a:cubicBezTo>
                  <a:pt x="1516186" y="74245"/>
                  <a:pt x="1524446" y="70764"/>
                  <a:pt x="1531257" y="65315"/>
                </a:cubicBezTo>
                <a:cubicBezTo>
                  <a:pt x="1536600" y="61041"/>
                  <a:pt x="1539904" y="54320"/>
                  <a:pt x="1545771" y="50800"/>
                </a:cubicBezTo>
                <a:cubicBezTo>
                  <a:pt x="1552331" y="46864"/>
                  <a:pt x="1560286" y="45962"/>
                  <a:pt x="1567543" y="43543"/>
                </a:cubicBezTo>
                <a:cubicBezTo>
                  <a:pt x="1582057" y="33867"/>
                  <a:pt x="1594537" y="20032"/>
                  <a:pt x="1611086" y="14515"/>
                </a:cubicBezTo>
                <a:lnTo>
                  <a:pt x="1654628" y="0"/>
                </a:lnTo>
                <a:cubicBezTo>
                  <a:pt x="1782330" y="11609"/>
                  <a:pt x="1697584" y="-2241"/>
                  <a:pt x="1756228" y="14515"/>
                </a:cubicBezTo>
                <a:cubicBezTo>
                  <a:pt x="1767082" y="17616"/>
                  <a:pt x="1795426" y="23228"/>
                  <a:pt x="1807028" y="29029"/>
                </a:cubicBezTo>
                <a:cubicBezTo>
                  <a:pt x="1863301" y="57165"/>
                  <a:pt x="1795850" y="32560"/>
                  <a:pt x="1850571" y="50800"/>
                </a:cubicBezTo>
                <a:cubicBezTo>
                  <a:pt x="1864071" y="64300"/>
                  <a:pt x="1868547" y="70674"/>
                  <a:pt x="1886857" y="79829"/>
                </a:cubicBezTo>
                <a:cubicBezTo>
                  <a:pt x="1893699" y="83250"/>
                  <a:pt x="1901371" y="84667"/>
                  <a:pt x="1908628" y="87086"/>
                </a:cubicBezTo>
                <a:lnTo>
                  <a:pt x="1908628" y="145142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Freeform 444">
            <a:extLst>
              <a:ext uri="{FF2B5EF4-FFF2-40B4-BE49-F238E27FC236}">
                <a16:creationId xmlns:a16="http://schemas.microsoft.com/office/drawing/2014/main" id="{5B9C4DDE-B463-4E5F-00F4-DB9D745C7267}"/>
              </a:ext>
            </a:extLst>
          </p:cNvPr>
          <p:cNvSpPr/>
          <p:nvPr/>
        </p:nvSpPr>
        <p:spPr>
          <a:xfrm>
            <a:off x="3447143" y="2438400"/>
            <a:ext cx="1923796" cy="2351314"/>
          </a:xfrm>
          <a:custGeom>
            <a:avLst/>
            <a:gdLst>
              <a:gd name="connsiteX0" fmla="*/ 1915886 w 1923796"/>
              <a:gd name="connsiteY0" fmla="*/ 1081314 h 2351314"/>
              <a:gd name="connsiteX1" fmla="*/ 1915886 w 1923796"/>
              <a:gd name="connsiteY1" fmla="*/ 1081314 h 2351314"/>
              <a:gd name="connsiteX2" fmla="*/ 1894114 w 1923796"/>
              <a:gd name="connsiteY2" fmla="*/ 1146629 h 2351314"/>
              <a:gd name="connsiteX3" fmla="*/ 1879600 w 1923796"/>
              <a:gd name="connsiteY3" fmla="*/ 1168400 h 2351314"/>
              <a:gd name="connsiteX4" fmla="*/ 1865086 w 1923796"/>
              <a:gd name="connsiteY4" fmla="*/ 1211943 h 2351314"/>
              <a:gd name="connsiteX5" fmla="*/ 1857829 w 1923796"/>
              <a:gd name="connsiteY5" fmla="*/ 1240972 h 2351314"/>
              <a:gd name="connsiteX6" fmla="*/ 1843314 w 1923796"/>
              <a:gd name="connsiteY6" fmla="*/ 1262743 h 2351314"/>
              <a:gd name="connsiteX7" fmla="*/ 1821543 w 1923796"/>
              <a:gd name="connsiteY7" fmla="*/ 1320800 h 2351314"/>
              <a:gd name="connsiteX8" fmla="*/ 1807029 w 1923796"/>
              <a:gd name="connsiteY8" fmla="*/ 1357086 h 2351314"/>
              <a:gd name="connsiteX9" fmla="*/ 1799772 w 1923796"/>
              <a:gd name="connsiteY9" fmla="*/ 1378857 h 2351314"/>
              <a:gd name="connsiteX10" fmla="*/ 1785257 w 1923796"/>
              <a:gd name="connsiteY10" fmla="*/ 1400629 h 2351314"/>
              <a:gd name="connsiteX11" fmla="*/ 1756229 w 1923796"/>
              <a:gd name="connsiteY11" fmla="*/ 1429657 h 2351314"/>
              <a:gd name="connsiteX12" fmla="*/ 1741714 w 1923796"/>
              <a:gd name="connsiteY12" fmla="*/ 1444172 h 2351314"/>
              <a:gd name="connsiteX13" fmla="*/ 1676400 w 1923796"/>
              <a:gd name="connsiteY13" fmla="*/ 1502229 h 2351314"/>
              <a:gd name="connsiteX14" fmla="*/ 1640114 w 1923796"/>
              <a:gd name="connsiteY14" fmla="*/ 1545772 h 2351314"/>
              <a:gd name="connsiteX15" fmla="*/ 1603829 w 1923796"/>
              <a:gd name="connsiteY15" fmla="*/ 1574800 h 2351314"/>
              <a:gd name="connsiteX16" fmla="*/ 1574800 w 1923796"/>
              <a:gd name="connsiteY16" fmla="*/ 1618343 h 2351314"/>
              <a:gd name="connsiteX17" fmla="*/ 1553029 w 1923796"/>
              <a:gd name="connsiteY17" fmla="*/ 1647372 h 2351314"/>
              <a:gd name="connsiteX18" fmla="*/ 1538514 w 1923796"/>
              <a:gd name="connsiteY18" fmla="*/ 1661886 h 2351314"/>
              <a:gd name="connsiteX19" fmla="*/ 1502229 w 1923796"/>
              <a:gd name="connsiteY19" fmla="*/ 1712686 h 2351314"/>
              <a:gd name="connsiteX20" fmla="*/ 1436914 w 1923796"/>
              <a:gd name="connsiteY20" fmla="*/ 1770743 h 2351314"/>
              <a:gd name="connsiteX21" fmla="*/ 1415143 w 1923796"/>
              <a:gd name="connsiteY21" fmla="*/ 1799772 h 2351314"/>
              <a:gd name="connsiteX22" fmla="*/ 1386114 w 1923796"/>
              <a:gd name="connsiteY22" fmla="*/ 1821543 h 2351314"/>
              <a:gd name="connsiteX23" fmla="*/ 1378857 w 1923796"/>
              <a:gd name="connsiteY23" fmla="*/ 1843314 h 2351314"/>
              <a:gd name="connsiteX24" fmla="*/ 1349829 w 1923796"/>
              <a:gd name="connsiteY24" fmla="*/ 1865086 h 2351314"/>
              <a:gd name="connsiteX25" fmla="*/ 1313543 w 1923796"/>
              <a:gd name="connsiteY25" fmla="*/ 1901372 h 2351314"/>
              <a:gd name="connsiteX26" fmla="*/ 1284514 w 1923796"/>
              <a:gd name="connsiteY26" fmla="*/ 1923143 h 2351314"/>
              <a:gd name="connsiteX27" fmla="*/ 1226457 w 1923796"/>
              <a:gd name="connsiteY27" fmla="*/ 1981200 h 2351314"/>
              <a:gd name="connsiteX28" fmla="*/ 1197429 w 1923796"/>
              <a:gd name="connsiteY28" fmla="*/ 2010229 h 2351314"/>
              <a:gd name="connsiteX29" fmla="*/ 1175657 w 1923796"/>
              <a:gd name="connsiteY29" fmla="*/ 2024743 h 2351314"/>
              <a:gd name="connsiteX30" fmla="*/ 1146629 w 1923796"/>
              <a:gd name="connsiteY30" fmla="*/ 2061029 h 2351314"/>
              <a:gd name="connsiteX31" fmla="*/ 1103086 w 1923796"/>
              <a:gd name="connsiteY31" fmla="*/ 2097314 h 2351314"/>
              <a:gd name="connsiteX32" fmla="*/ 1088572 w 1923796"/>
              <a:gd name="connsiteY32" fmla="*/ 2119086 h 2351314"/>
              <a:gd name="connsiteX33" fmla="*/ 1066800 w 1923796"/>
              <a:gd name="connsiteY33" fmla="*/ 2126343 h 2351314"/>
              <a:gd name="connsiteX34" fmla="*/ 1030514 w 1923796"/>
              <a:gd name="connsiteY34" fmla="*/ 2148114 h 2351314"/>
              <a:gd name="connsiteX35" fmla="*/ 1008743 w 1923796"/>
              <a:gd name="connsiteY35" fmla="*/ 2169886 h 2351314"/>
              <a:gd name="connsiteX36" fmla="*/ 972457 w 1923796"/>
              <a:gd name="connsiteY36" fmla="*/ 2198914 h 2351314"/>
              <a:gd name="connsiteX37" fmla="*/ 928914 w 1923796"/>
              <a:gd name="connsiteY37" fmla="*/ 2235200 h 2351314"/>
              <a:gd name="connsiteX38" fmla="*/ 907143 w 1923796"/>
              <a:gd name="connsiteY38" fmla="*/ 2242457 h 2351314"/>
              <a:gd name="connsiteX39" fmla="*/ 834572 w 1923796"/>
              <a:gd name="connsiteY39" fmla="*/ 2278743 h 2351314"/>
              <a:gd name="connsiteX40" fmla="*/ 812800 w 1923796"/>
              <a:gd name="connsiteY40" fmla="*/ 2286000 h 2351314"/>
              <a:gd name="connsiteX41" fmla="*/ 740229 w 1923796"/>
              <a:gd name="connsiteY41" fmla="*/ 2307772 h 2351314"/>
              <a:gd name="connsiteX42" fmla="*/ 711200 w 1923796"/>
              <a:gd name="connsiteY42" fmla="*/ 2322286 h 2351314"/>
              <a:gd name="connsiteX43" fmla="*/ 667657 w 1923796"/>
              <a:gd name="connsiteY43" fmla="*/ 2336800 h 2351314"/>
              <a:gd name="connsiteX44" fmla="*/ 645886 w 1923796"/>
              <a:gd name="connsiteY44" fmla="*/ 2344057 h 2351314"/>
              <a:gd name="connsiteX45" fmla="*/ 602343 w 1923796"/>
              <a:gd name="connsiteY45" fmla="*/ 2351314 h 2351314"/>
              <a:gd name="connsiteX46" fmla="*/ 471714 w 1923796"/>
              <a:gd name="connsiteY46" fmla="*/ 2344057 h 2351314"/>
              <a:gd name="connsiteX47" fmla="*/ 435429 w 1923796"/>
              <a:gd name="connsiteY47" fmla="*/ 2315029 h 2351314"/>
              <a:gd name="connsiteX48" fmla="*/ 370114 w 1923796"/>
              <a:gd name="connsiteY48" fmla="*/ 2307772 h 2351314"/>
              <a:gd name="connsiteX49" fmla="*/ 333829 w 1923796"/>
              <a:gd name="connsiteY49" fmla="*/ 2293257 h 2351314"/>
              <a:gd name="connsiteX50" fmla="*/ 254000 w 1923796"/>
              <a:gd name="connsiteY50" fmla="*/ 2256972 h 2351314"/>
              <a:gd name="connsiteX51" fmla="*/ 239486 w 1923796"/>
              <a:gd name="connsiteY51" fmla="*/ 2242457 h 2351314"/>
              <a:gd name="connsiteX52" fmla="*/ 195943 w 1923796"/>
              <a:gd name="connsiteY52" fmla="*/ 2213429 h 2351314"/>
              <a:gd name="connsiteX53" fmla="*/ 159657 w 1923796"/>
              <a:gd name="connsiteY53" fmla="*/ 2191657 h 2351314"/>
              <a:gd name="connsiteX54" fmla="*/ 130629 w 1923796"/>
              <a:gd name="connsiteY54" fmla="*/ 2148114 h 2351314"/>
              <a:gd name="connsiteX55" fmla="*/ 108857 w 1923796"/>
              <a:gd name="connsiteY55" fmla="*/ 2111829 h 2351314"/>
              <a:gd name="connsiteX56" fmla="*/ 87086 w 1923796"/>
              <a:gd name="connsiteY56" fmla="*/ 2068286 h 2351314"/>
              <a:gd name="connsiteX57" fmla="*/ 72572 w 1923796"/>
              <a:gd name="connsiteY57" fmla="*/ 2024743 h 2351314"/>
              <a:gd name="connsiteX58" fmla="*/ 58057 w 1923796"/>
              <a:gd name="connsiteY58" fmla="*/ 1981200 h 2351314"/>
              <a:gd name="connsiteX59" fmla="*/ 50800 w 1923796"/>
              <a:gd name="connsiteY59" fmla="*/ 1944914 h 2351314"/>
              <a:gd name="connsiteX60" fmla="*/ 21772 w 1923796"/>
              <a:gd name="connsiteY60" fmla="*/ 1901372 h 2351314"/>
              <a:gd name="connsiteX61" fmla="*/ 7257 w 1923796"/>
              <a:gd name="connsiteY61" fmla="*/ 1857829 h 2351314"/>
              <a:gd name="connsiteX62" fmla="*/ 0 w 1923796"/>
              <a:gd name="connsiteY62" fmla="*/ 1836057 h 2351314"/>
              <a:gd name="connsiteX63" fmla="*/ 7257 w 1923796"/>
              <a:gd name="connsiteY63" fmla="*/ 1741714 h 2351314"/>
              <a:gd name="connsiteX64" fmla="*/ 14514 w 1923796"/>
              <a:gd name="connsiteY64" fmla="*/ 1719943 h 2351314"/>
              <a:gd name="connsiteX65" fmla="*/ 29029 w 1923796"/>
              <a:gd name="connsiteY65" fmla="*/ 1705429 h 2351314"/>
              <a:gd name="connsiteX66" fmla="*/ 79829 w 1923796"/>
              <a:gd name="connsiteY66" fmla="*/ 1647372 h 2351314"/>
              <a:gd name="connsiteX67" fmla="*/ 130629 w 1923796"/>
              <a:gd name="connsiteY67" fmla="*/ 1596572 h 2351314"/>
              <a:gd name="connsiteX68" fmla="*/ 145143 w 1923796"/>
              <a:gd name="connsiteY68" fmla="*/ 1582057 h 2351314"/>
              <a:gd name="connsiteX69" fmla="*/ 166914 w 1923796"/>
              <a:gd name="connsiteY69" fmla="*/ 1567543 h 2351314"/>
              <a:gd name="connsiteX70" fmla="*/ 217714 w 1923796"/>
              <a:gd name="connsiteY70" fmla="*/ 1524000 h 2351314"/>
              <a:gd name="connsiteX71" fmla="*/ 254000 w 1923796"/>
              <a:gd name="connsiteY71" fmla="*/ 1487714 h 2351314"/>
              <a:gd name="connsiteX72" fmla="*/ 290286 w 1923796"/>
              <a:gd name="connsiteY72" fmla="*/ 1444172 h 2351314"/>
              <a:gd name="connsiteX73" fmla="*/ 304800 w 1923796"/>
              <a:gd name="connsiteY73" fmla="*/ 1429657 h 2351314"/>
              <a:gd name="connsiteX74" fmla="*/ 319314 w 1923796"/>
              <a:gd name="connsiteY74" fmla="*/ 1407886 h 2351314"/>
              <a:gd name="connsiteX75" fmla="*/ 355600 w 1923796"/>
              <a:gd name="connsiteY75" fmla="*/ 1371600 h 2351314"/>
              <a:gd name="connsiteX76" fmla="*/ 384629 w 1923796"/>
              <a:gd name="connsiteY76" fmla="*/ 1335314 h 2351314"/>
              <a:gd name="connsiteX77" fmla="*/ 399143 w 1923796"/>
              <a:gd name="connsiteY77" fmla="*/ 1313543 h 2351314"/>
              <a:gd name="connsiteX78" fmla="*/ 435429 w 1923796"/>
              <a:gd name="connsiteY78" fmla="*/ 1277257 h 2351314"/>
              <a:gd name="connsiteX79" fmla="*/ 449943 w 1923796"/>
              <a:gd name="connsiteY79" fmla="*/ 1255486 h 2351314"/>
              <a:gd name="connsiteX80" fmla="*/ 486229 w 1923796"/>
              <a:gd name="connsiteY80" fmla="*/ 1219200 h 2351314"/>
              <a:gd name="connsiteX81" fmla="*/ 537029 w 1923796"/>
              <a:gd name="connsiteY81" fmla="*/ 1161143 h 2351314"/>
              <a:gd name="connsiteX82" fmla="*/ 558800 w 1923796"/>
              <a:gd name="connsiteY82" fmla="*/ 1139372 h 2351314"/>
              <a:gd name="connsiteX83" fmla="*/ 573314 w 1923796"/>
              <a:gd name="connsiteY83" fmla="*/ 1117600 h 2351314"/>
              <a:gd name="connsiteX84" fmla="*/ 609600 w 1923796"/>
              <a:gd name="connsiteY84" fmla="*/ 1081314 h 2351314"/>
              <a:gd name="connsiteX85" fmla="*/ 653143 w 1923796"/>
              <a:gd name="connsiteY85" fmla="*/ 1016000 h 2351314"/>
              <a:gd name="connsiteX86" fmla="*/ 667657 w 1923796"/>
              <a:gd name="connsiteY86" fmla="*/ 994229 h 2351314"/>
              <a:gd name="connsiteX87" fmla="*/ 703943 w 1923796"/>
              <a:gd name="connsiteY87" fmla="*/ 957943 h 2351314"/>
              <a:gd name="connsiteX88" fmla="*/ 725714 w 1923796"/>
              <a:gd name="connsiteY88" fmla="*/ 914400 h 2351314"/>
              <a:gd name="connsiteX89" fmla="*/ 747486 w 1923796"/>
              <a:gd name="connsiteY89" fmla="*/ 878114 h 2351314"/>
              <a:gd name="connsiteX90" fmla="*/ 776514 w 1923796"/>
              <a:gd name="connsiteY90" fmla="*/ 791029 h 2351314"/>
              <a:gd name="connsiteX91" fmla="*/ 783772 w 1923796"/>
              <a:gd name="connsiteY91" fmla="*/ 769257 h 2351314"/>
              <a:gd name="connsiteX92" fmla="*/ 812800 w 1923796"/>
              <a:gd name="connsiteY92" fmla="*/ 725714 h 2351314"/>
              <a:gd name="connsiteX93" fmla="*/ 834572 w 1923796"/>
              <a:gd name="connsiteY93" fmla="*/ 689429 h 2351314"/>
              <a:gd name="connsiteX94" fmla="*/ 841829 w 1923796"/>
              <a:gd name="connsiteY94" fmla="*/ 645886 h 2351314"/>
              <a:gd name="connsiteX95" fmla="*/ 856343 w 1923796"/>
              <a:gd name="connsiteY95" fmla="*/ 595086 h 2351314"/>
              <a:gd name="connsiteX96" fmla="*/ 849086 w 1923796"/>
              <a:gd name="connsiteY96" fmla="*/ 246743 h 2351314"/>
              <a:gd name="connsiteX97" fmla="*/ 856343 w 1923796"/>
              <a:gd name="connsiteY97" fmla="*/ 108857 h 2351314"/>
              <a:gd name="connsiteX98" fmla="*/ 863600 w 1923796"/>
              <a:gd name="connsiteY98" fmla="*/ 87086 h 2351314"/>
              <a:gd name="connsiteX99" fmla="*/ 878114 w 1923796"/>
              <a:gd name="connsiteY99" fmla="*/ 65314 h 2351314"/>
              <a:gd name="connsiteX100" fmla="*/ 921657 w 1923796"/>
              <a:gd name="connsiteY100" fmla="*/ 43543 h 2351314"/>
              <a:gd name="connsiteX101" fmla="*/ 936172 w 1923796"/>
              <a:gd name="connsiteY101" fmla="*/ 29029 h 2351314"/>
              <a:gd name="connsiteX102" fmla="*/ 979714 w 1923796"/>
              <a:gd name="connsiteY102" fmla="*/ 14514 h 2351314"/>
              <a:gd name="connsiteX103" fmla="*/ 1074057 w 1923796"/>
              <a:gd name="connsiteY103" fmla="*/ 0 h 2351314"/>
              <a:gd name="connsiteX104" fmla="*/ 1190172 w 1923796"/>
              <a:gd name="connsiteY104" fmla="*/ 14514 h 2351314"/>
              <a:gd name="connsiteX105" fmla="*/ 1233714 w 1923796"/>
              <a:gd name="connsiteY105" fmla="*/ 29029 h 2351314"/>
              <a:gd name="connsiteX106" fmla="*/ 1248229 w 1923796"/>
              <a:gd name="connsiteY106" fmla="*/ 43543 h 2351314"/>
              <a:gd name="connsiteX107" fmla="*/ 1291772 w 1923796"/>
              <a:gd name="connsiteY107" fmla="*/ 72572 h 2351314"/>
              <a:gd name="connsiteX108" fmla="*/ 1313543 w 1923796"/>
              <a:gd name="connsiteY108" fmla="*/ 94343 h 2351314"/>
              <a:gd name="connsiteX109" fmla="*/ 1342572 w 1923796"/>
              <a:gd name="connsiteY109" fmla="*/ 130629 h 2351314"/>
              <a:gd name="connsiteX110" fmla="*/ 1386114 w 1923796"/>
              <a:gd name="connsiteY110" fmla="*/ 152400 h 2351314"/>
              <a:gd name="connsiteX111" fmla="*/ 1444172 w 1923796"/>
              <a:gd name="connsiteY111" fmla="*/ 203200 h 2351314"/>
              <a:gd name="connsiteX112" fmla="*/ 1480457 w 1923796"/>
              <a:gd name="connsiteY112" fmla="*/ 261257 h 2351314"/>
              <a:gd name="connsiteX113" fmla="*/ 1502229 w 1923796"/>
              <a:gd name="connsiteY113" fmla="*/ 283029 h 2351314"/>
              <a:gd name="connsiteX114" fmla="*/ 1531257 w 1923796"/>
              <a:gd name="connsiteY114" fmla="*/ 326572 h 2351314"/>
              <a:gd name="connsiteX115" fmla="*/ 1560286 w 1923796"/>
              <a:gd name="connsiteY115" fmla="*/ 384629 h 2351314"/>
              <a:gd name="connsiteX116" fmla="*/ 1603829 w 1923796"/>
              <a:gd name="connsiteY116" fmla="*/ 442686 h 2351314"/>
              <a:gd name="connsiteX117" fmla="*/ 1618343 w 1923796"/>
              <a:gd name="connsiteY117" fmla="*/ 464457 h 2351314"/>
              <a:gd name="connsiteX118" fmla="*/ 1676400 w 1923796"/>
              <a:gd name="connsiteY118" fmla="*/ 515257 h 2351314"/>
              <a:gd name="connsiteX119" fmla="*/ 1712686 w 1923796"/>
              <a:gd name="connsiteY119" fmla="*/ 544286 h 2351314"/>
              <a:gd name="connsiteX120" fmla="*/ 1748972 w 1923796"/>
              <a:gd name="connsiteY120" fmla="*/ 551543 h 2351314"/>
              <a:gd name="connsiteX121" fmla="*/ 1763486 w 1923796"/>
              <a:gd name="connsiteY121" fmla="*/ 573314 h 2351314"/>
              <a:gd name="connsiteX122" fmla="*/ 1770743 w 1923796"/>
              <a:gd name="connsiteY122" fmla="*/ 602343 h 2351314"/>
              <a:gd name="connsiteX123" fmla="*/ 1792514 w 1923796"/>
              <a:gd name="connsiteY123" fmla="*/ 667657 h 2351314"/>
              <a:gd name="connsiteX124" fmla="*/ 1799772 w 1923796"/>
              <a:gd name="connsiteY124" fmla="*/ 689429 h 2351314"/>
              <a:gd name="connsiteX125" fmla="*/ 1814286 w 1923796"/>
              <a:gd name="connsiteY125" fmla="*/ 711200 h 2351314"/>
              <a:gd name="connsiteX126" fmla="*/ 1836057 w 1923796"/>
              <a:gd name="connsiteY126" fmla="*/ 776514 h 2351314"/>
              <a:gd name="connsiteX127" fmla="*/ 1843314 w 1923796"/>
              <a:gd name="connsiteY127" fmla="*/ 798286 h 2351314"/>
              <a:gd name="connsiteX128" fmla="*/ 1850572 w 1923796"/>
              <a:gd name="connsiteY128" fmla="*/ 820057 h 2351314"/>
              <a:gd name="connsiteX129" fmla="*/ 1865086 w 1923796"/>
              <a:gd name="connsiteY129" fmla="*/ 936172 h 2351314"/>
              <a:gd name="connsiteX130" fmla="*/ 1879600 w 1923796"/>
              <a:gd name="connsiteY130" fmla="*/ 1001486 h 2351314"/>
              <a:gd name="connsiteX131" fmla="*/ 1901372 w 1923796"/>
              <a:gd name="connsiteY131" fmla="*/ 1023257 h 2351314"/>
              <a:gd name="connsiteX132" fmla="*/ 1908629 w 1923796"/>
              <a:gd name="connsiteY132" fmla="*/ 1045029 h 2351314"/>
              <a:gd name="connsiteX133" fmla="*/ 1923143 w 1923796"/>
              <a:gd name="connsiteY133" fmla="*/ 1066800 h 2351314"/>
              <a:gd name="connsiteX134" fmla="*/ 1915886 w 1923796"/>
              <a:gd name="connsiteY134" fmla="*/ 1081314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923796" h="2351314">
                <a:moveTo>
                  <a:pt x="1915886" y="1081314"/>
                </a:moveTo>
                <a:lnTo>
                  <a:pt x="1915886" y="1081314"/>
                </a:lnTo>
                <a:cubicBezTo>
                  <a:pt x="1908629" y="1103086"/>
                  <a:pt x="1902941" y="1125445"/>
                  <a:pt x="1894114" y="1146629"/>
                </a:cubicBezTo>
                <a:cubicBezTo>
                  <a:pt x="1890759" y="1154680"/>
                  <a:pt x="1883142" y="1160430"/>
                  <a:pt x="1879600" y="1168400"/>
                </a:cubicBezTo>
                <a:cubicBezTo>
                  <a:pt x="1873386" y="1182381"/>
                  <a:pt x="1868797" y="1197100"/>
                  <a:pt x="1865086" y="1211943"/>
                </a:cubicBezTo>
                <a:cubicBezTo>
                  <a:pt x="1862667" y="1221619"/>
                  <a:pt x="1861758" y="1231804"/>
                  <a:pt x="1857829" y="1240972"/>
                </a:cubicBezTo>
                <a:cubicBezTo>
                  <a:pt x="1854393" y="1248989"/>
                  <a:pt x="1848152" y="1255486"/>
                  <a:pt x="1843314" y="1262743"/>
                </a:cubicBezTo>
                <a:cubicBezTo>
                  <a:pt x="1830934" y="1312265"/>
                  <a:pt x="1843228" y="1272007"/>
                  <a:pt x="1821543" y="1320800"/>
                </a:cubicBezTo>
                <a:cubicBezTo>
                  <a:pt x="1816252" y="1332704"/>
                  <a:pt x="1811603" y="1344888"/>
                  <a:pt x="1807029" y="1357086"/>
                </a:cubicBezTo>
                <a:cubicBezTo>
                  <a:pt x="1804343" y="1364249"/>
                  <a:pt x="1803193" y="1372015"/>
                  <a:pt x="1799772" y="1378857"/>
                </a:cubicBezTo>
                <a:cubicBezTo>
                  <a:pt x="1795871" y="1386658"/>
                  <a:pt x="1790095" y="1393372"/>
                  <a:pt x="1785257" y="1400629"/>
                </a:cubicBezTo>
                <a:cubicBezTo>
                  <a:pt x="1772356" y="1439333"/>
                  <a:pt x="1788482" y="1410305"/>
                  <a:pt x="1756229" y="1429657"/>
                </a:cubicBezTo>
                <a:cubicBezTo>
                  <a:pt x="1750362" y="1433177"/>
                  <a:pt x="1746909" y="1439719"/>
                  <a:pt x="1741714" y="1444172"/>
                </a:cubicBezTo>
                <a:cubicBezTo>
                  <a:pt x="1713313" y="1468516"/>
                  <a:pt x="1699976" y="1473938"/>
                  <a:pt x="1676400" y="1502229"/>
                </a:cubicBezTo>
                <a:cubicBezTo>
                  <a:pt x="1664305" y="1516743"/>
                  <a:pt x="1653474" y="1532412"/>
                  <a:pt x="1640114" y="1545772"/>
                </a:cubicBezTo>
                <a:cubicBezTo>
                  <a:pt x="1629162" y="1556724"/>
                  <a:pt x="1614191" y="1563287"/>
                  <a:pt x="1603829" y="1574800"/>
                </a:cubicBezTo>
                <a:cubicBezTo>
                  <a:pt x="1592159" y="1587766"/>
                  <a:pt x="1585266" y="1604388"/>
                  <a:pt x="1574800" y="1618343"/>
                </a:cubicBezTo>
                <a:cubicBezTo>
                  <a:pt x="1567543" y="1628019"/>
                  <a:pt x="1560772" y="1638080"/>
                  <a:pt x="1553029" y="1647372"/>
                </a:cubicBezTo>
                <a:cubicBezTo>
                  <a:pt x="1548649" y="1652628"/>
                  <a:pt x="1542788" y="1656543"/>
                  <a:pt x="1538514" y="1661886"/>
                </a:cubicBezTo>
                <a:cubicBezTo>
                  <a:pt x="1510240" y="1697227"/>
                  <a:pt x="1539011" y="1671817"/>
                  <a:pt x="1502229" y="1712686"/>
                </a:cubicBezTo>
                <a:cubicBezTo>
                  <a:pt x="1464946" y="1754112"/>
                  <a:pt x="1470484" y="1748364"/>
                  <a:pt x="1436914" y="1770743"/>
                </a:cubicBezTo>
                <a:cubicBezTo>
                  <a:pt x="1429657" y="1780419"/>
                  <a:pt x="1423696" y="1791219"/>
                  <a:pt x="1415143" y="1799772"/>
                </a:cubicBezTo>
                <a:cubicBezTo>
                  <a:pt x="1406590" y="1808325"/>
                  <a:pt x="1393857" y="1812251"/>
                  <a:pt x="1386114" y="1821543"/>
                </a:cubicBezTo>
                <a:cubicBezTo>
                  <a:pt x="1381217" y="1827419"/>
                  <a:pt x="1383754" y="1837437"/>
                  <a:pt x="1378857" y="1843314"/>
                </a:cubicBezTo>
                <a:cubicBezTo>
                  <a:pt x="1371114" y="1852606"/>
                  <a:pt x="1358869" y="1857050"/>
                  <a:pt x="1349829" y="1865086"/>
                </a:cubicBezTo>
                <a:cubicBezTo>
                  <a:pt x="1337044" y="1876450"/>
                  <a:pt x="1327227" y="1891109"/>
                  <a:pt x="1313543" y="1901372"/>
                </a:cubicBezTo>
                <a:cubicBezTo>
                  <a:pt x="1303867" y="1908629"/>
                  <a:pt x="1293430" y="1914970"/>
                  <a:pt x="1284514" y="1923143"/>
                </a:cubicBezTo>
                <a:cubicBezTo>
                  <a:pt x="1264339" y="1941636"/>
                  <a:pt x="1245809" y="1961848"/>
                  <a:pt x="1226457" y="1981200"/>
                </a:cubicBezTo>
                <a:cubicBezTo>
                  <a:pt x="1216781" y="1990876"/>
                  <a:pt x="1208815" y="2002639"/>
                  <a:pt x="1197429" y="2010229"/>
                </a:cubicBezTo>
                <a:cubicBezTo>
                  <a:pt x="1190172" y="2015067"/>
                  <a:pt x="1181824" y="2018576"/>
                  <a:pt x="1175657" y="2024743"/>
                </a:cubicBezTo>
                <a:cubicBezTo>
                  <a:pt x="1164704" y="2035696"/>
                  <a:pt x="1157582" y="2050076"/>
                  <a:pt x="1146629" y="2061029"/>
                </a:cubicBezTo>
                <a:cubicBezTo>
                  <a:pt x="1089545" y="2118113"/>
                  <a:pt x="1162527" y="2025983"/>
                  <a:pt x="1103086" y="2097314"/>
                </a:cubicBezTo>
                <a:cubicBezTo>
                  <a:pt x="1097502" y="2104015"/>
                  <a:pt x="1095383" y="2113637"/>
                  <a:pt x="1088572" y="2119086"/>
                </a:cubicBezTo>
                <a:cubicBezTo>
                  <a:pt x="1082598" y="2123865"/>
                  <a:pt x="1073642" y="2122922"/>
                  <a:pt x="1066800" y="2126343"/>
                </a:cubicBezTo>
                <a:cubicBezTo>
                  <a:pt x="1054184" y="2132651"/>
                  <a:pt x="1041798" y="2139651"/>
                  <a:pt x="1030514" y="2148114"/>
                </a:cubicBezTo>
                <a:cubicBezTo>
                  <a:pt x="1022303" y="2154272"/>
                  <a:pt x="1016467" y="2163128"/>
                  <a:pt x="1008743" y="2169886"/>
                </a:cubicBezTo>
                <a:cubicBezTo>
                  <a:pt x="997086" y="2180086"/>
                  <a:pt x="984217" y="2188834"/>
                  <a:pt x="972457" y="2198914"/>
                </a:cubicBezTo>
                <a:cubicBezTo>
                  <a:pt x="950050" y="2218120"/>
                  <a:pt x="962252" y="2216150"/>
                  <a:pt x="928914" y="2235200"/>
                </a:cubicBezTo>
                <a:cubicBezTo>
                  <a:pt x="922272" y="2238995"/>
                  <a:pt x="914400" y="2240038"/>
                  <a:pt x="907143" y="2242457"/>
                </a:cubicBezTo>
                <a:cubicBezTo>
                  <a:pt x="865875" y="2273408"/>
                  <a:pt x="889588" y="2260405"/>
                  <a:pt x="834572" y="2278743"/>
                </a:cubicBezTo>
                <a:lnTo>
                  <a:pt x="812800" y="2286000"/>
                </a:lnTo>
                <a:cubicBezTo>
                  <a:pt x="766807" y="2316662"/>
                  <a:pt x="819255" y="2286219"/>
                  <a:pt x="740229" y="2307772"/>
                </a:cubicBezTo>
                <a:cubicBezTo>
                  <a:pt x="729792" y="2310619"/>
                  <a:pt x="721245" y="2318268"/>
                  <a:pt x="711200" y="2322286"/>
                </a:cubicBezTo>
                <a:cubicBezTo>
                  <a:pt x="696995" y="2327968"/>
                  <a:pt x="682171" y="2331962"/>
                  <a:pt x="667657" y="2336800"/>
                </a:cubicBezTo>
                <a:cubicBezTo>
                  <a:pt x="660400" y="2339219"/>
                  <a:pt x="653431" y="2342799"/>
                  <a:pt x="645886" y="2344057"/>
                </a:cubicBezTo>
                <a:lnTo>
                  <a:pt x="602343" y="2351314"/>
                </a:lnTo>
                <a:cubicBezTo>
                  <a:pt x="558800" y="2348895"/>
                  <a:pt x="515128" y="2348192"/>
                  <a:pt x="471714" y="2344057"/>
                </a:cubicBezTo>
                <a:cubicBezTo>
                  <a:pt x="398668" y="2337100"/>
                  <a:pt x="503214" y="2339678"/>
                  <a:pt x="435429" y="2315029"/>
                </a:cubicBezTo>
                <a:cubicBezTo>
                  <a:pt x="414842" y="2307543"/>
                  <a:pt x="391886" y="2310191"/>
                  <a:pt x="370114" y="2307772"/>
                </a:cubicBezTo>
                <a:cubicBezTo>
                  <a:pt x="358019" y="2302934"/>
                  <a:pt x="345657" y="2298716"/>
                  <a:pt x="333829" y="2293257"/>
                </a:cubicBezTo>
                <a:cubicBezTo>
                  <a:pt x="249470" y="2254322"/>
                  <a:pt x="303178" y="2273364"/>
                  <a:pt x="254000" y="2256972"/>
                </a:cubicBezTo>
                <a:cubicBezTo>
                  <a:pt x="249162" y="2252134"/>
                  <a:pt x="244960" y="2246562"/>
                  <a:pt x="239486" y="2242457"/>
                </a:cubicBezTo>
                <a:cubicBezTo>
                  <a:pt x="225531" y="2231991"/>
                  <a:pt x="208277" y="2225764"/>
                  <a:pt x="195943" y="2213429"/>
                </a:cubicBezTo>
                <a:cubicBezTo>
                  <a:pt x="176020" y="2193505"/>
                  <a:pt x="187920" y="2201078"/>
                  <a:pt x="159657" y="2191657"/>
                </a:cubicBezTo>
                <a:cubicBezTo>
                  <a:pt x="149981" y="2177143"/>
                  <a:pt x="136145" y="2164663"/>
                  <a:pt x="130629" y="2148114"/>
                </a:cubicBezTo>
                <a:cubicBezTo>
                  <a:pt x="121208" y="2119852"/>
                  <a:pt x="128781" y="2131752"/>
                  <a:pt x="108857" y="2111829"/>
                </a:cubicBezTo>
                <a:cubicBezTo>
                  <a:pt x="82392" y="2032429"/>
                  <a:pt x="124599" y="2152692"/>
                  <a:pt x="87086" y="2068286"/>
                </a:cubicBezTo>
                <a:cubicBezTo>
                  <a:pt x="80872" y="2054305"/>
                  <a:pt x="77410" y="2039257"/>
                  <a:pt x="72572" y="2024743"/>
                </a:cubicBezTo>
                <a:cubicBezTo>
                  <a:pt x="72568" y="2024730"/>
                  <a:pt x="58060" y="1981213"/>
                  <a:pt x="58057" y="1981200"/>
                </a:cubicBezTo>
                <a:cubicBezTo>
                  <a:pt x="55638" y="1969105"/>
                  <a:pt x="55904" y="1956143"/>
                  <a:pt x="50800" y="1944914"/>
                </a:cubicBezTo>
                <a:cubicBezTo>
                  <a:pt x="43582" y="1929034"/>
                  <a:pt x="27288" y="1917920"/>
                  <a:pt x="21772" y="1901372"/>
                </a:cubicBezTo>
                <a:lnTo>
                  <a:pt x="7257" y="1857829"/>
                </a:lnTo>
                <a:lnTo>
                  <a:pt x="0" y="1836057"/>
                </a:lnTo>
                <a:cubicBezTo>
                  <a:pt x="2419" y="1804609"/>
                  <a:pt x="3345" y="1773011"/>
                  <a:pt x="7257" y="1741714"/>
                </a:cubicBezTo>
                <a:cubicBezTo>
                  <a:pt x="8206" y="1734124"/>
                  <a:pt x="10578" y="1726502"/>
                  <a:pt x="14514" y="1719943"/>
                </a:cubicBezTo>
                <a:cubicBezTo>
                  <a:pt x="18034" y="1714076"/>
                  <a:pt x="24755" y="1710772"/>
                  <a:pt x="29029" y="1705429"/>
                </a:cubicBezTo>
                <a:cubicBezTo>
                  <a:pt x="77044" y="1645411"/>
                  <a:pt x="-9716" y="1736917"/>
                  <a:pt x="79829" y="1647372"/>
                </a:cubicBezTo>
                <a:lnTo>
                  <a:pt x="130629" y="1596572"/>
                </a:lnTo>
                <a:cubicBezTo>
                  <a:pt x="135467" y="1591734"/>
                  <a:pt x="139450" y="1585852"/>
                  <a:pt x="145143" y="1582057"/>
                </a:cubicBezTo>
                <a:cubicBezTo>
                  <a:pt x="152400" y="1577219"/>
                  <a:pt x="160292" y="1573219"/>
                  <a:pt x="166914" y="1567543"/>
                </a:cubicBezTo>
                <a:cubicBezTo>
                  <a:pt x="228507" y="1514749"/>
                  <a:pt x="167733" y="1557321"/>
                  <a:pt x="217714" y="1524000"/>
                </a:cubicBezTo>
                <a:cubicBezTo>
                  <a:pt x="244324" y="1484088"/>
                  <a:pt x="217716" y="1517951"/>
                  <a:pt x="254000" y="1487714"/>
                </a:cubicBezTo>
                <a:cubicBezTo>
                  <a:pt x="285032" y="1461854"/>
                  <a:pt x="267451" y="1472716"/>
                  <a:pt x="290286" y="1444172"/>
                </a:cubicBezTo>
                <a:cubicBezTo>
                  <a:pt x="294560" y="1438829"/>
                  <a:pt x="300526" y="1435000"/>
                  <a:pt x="304800" y="1429657"/>
                </a:cubicBezTo>
                <a:cubicBezTo>
                  <a:pt x="310248" y="1422846"/>
                  <a:pt x="313571" y="1414450"/>
                  <a:pt x="319314" y="1407886"/>
                </a:cubicBezTo>
                <a:cubicBezTo>
                  <a:pt x="330578" y="1395013"/>
                  <a:pt x="355600" y="1371600"/>
                  <a:pt x="355600" y="1371600"/>
                </a:cubicBezTo>
                <a:cubicBezTo>
                  <a:pt x="369728" y="1329217"/>
                  <a:pt x="351803" y="1368140"/>
                  <a:pt x="384629" y="1335314"/>
                </a:cubicBezTo>
                <a:cubicBezTo>
                  <a:pt x="390796" y="1329147"/>
                  <a:pt x="393400" y="1320107"/>
                  <a:pt x="399143" y="1313543"/>
                </a:cubicBezTo>
                <a:cubicBezTo>
                  <a:pt x="410407" y="1300670"/>
                  <a:pt x="425941" y="1291490"/>
                  <a:pt x="435429" y="1277257"/>
                </a:cubicBezTo>
                <a:cubicBezTo>
                  <a:pt x="440267" y="1270000"/>
                  <a:pt x="444200" y="1262050"/>
                  <a:pt x="449943" y="1255486"/>
                </a:cubicBezTo>
                <a:cubicBezTo>
                  <a:pt x="461207" y="1242613"/>
                  <a:pt x="476741" y="1233433"/>
                  <a:pt x="486229" y="1219200"/>
                </a:cubicBezTo>
                <a:cubicBezTo>
                  <a:pt x="510231" y="1183196"/>
                  <a:pt x="494576" y="1203596"/>
                  <a:pt x="537029" y="1161143"/>
                </a:cubicBezTo>
                <a:cubicBezTo>
                  <a:pt x="544286" y="1153886"/>
                  <a:pt x="553107" y="1147911"/>
                  <a:pt x="558800" y="1139372"/>
                </a:cubicBezTo>
                <a:cubicBezTo>
                  <a:pt x="563638" y="1132115"/>
                  <a:pt x="567571" y="1124164"/>
                  <a:pt x="573314" y="1117600"/>
                </a:cubicBezTo>
                <a:cubicBezTo>
                  <a:pt x="584578" y="1104727"/>
                  <a:pt x="600111" y="1095546"/>
                  <a:pt x="609600" y="1081314"/>
                </a:cubicBezTo>
                <a:lnTo>
                  <a:pt x="653143" y="1016000"/>
                </a:lnTo>
                <a:cubicBezTo>
                  <a:pt x="657981" y="1008743"/>
                  <a:pt x="661490" y="1000396"/>
                  <a:pt x="667657" y="994229"/>
                </a:cubicBezTo>
                <a:lnTo>
                  <a:pt x="703943" y="957943"/>
                </a:lnTo>
                <a:cubicBezTo>
                  <a:pt x="722181" y="903229"/>
                  <a:pt x="697581" y="970665"/>
                  <a:pt x="725714" y="914400"/>
                </a:cubicBezTo>
                <a:cubicBezTo>
                  <a:pt x="744556" y="876718"/>
                  <a:pt x="719138" y="906464"/>
                  <a:pt x="747486" y="878114"/>
                </a:cubicBezTo>
                <a:lnTo>
                  <a:pt x="776514" y="791029"/>
                </a:lnTo>
                <a:cubicBezTo>
                  <a:pt x="778933" y="783772"/>
                  <a:pt x="779529" y="775622"/>
                  <a:pt x="783772" y="769257"/>
                </a:cubicBezTo>
                <a:cubicBezTo>
                  <a:pt x="793448" y="754743"/>
                  <a:pt x="807284" y="742263"/>
                  <a:pt x="812800" y="725714"/>
                </a:cubicBezTo>
                <a:cubicBezTo>
                  <a:pt x="822221" y="697452"/>
                  <a:pt x="814648" y="709352"/>
                  <a:pt x="834572" y="689429"/>
                </a:cubicBezTo>
                <a:cubicBezTo>
                  <a:pt x="836991" y="674915"/>
                  <a:pt x="838943" y="660315"/>
                  <a:pt x="841829" y="645886"/>
                </a:cubicBezTo>
                <a:cubicBezTo>
                  <a:pt x="846385" y="623103"/>
                  <a:pt x="849426" y="615837"/>
                  <a:pt x="856343" y="595086"/>
                </a:cubicBezTo>
                <a:cubicBezTo>
                  <a:pt x="853924" y="478972"/>
                  <a:pt x="849086" y="362883"/>
                  <a:pt x="849086" y="246743"/>
                </a:cubicBezTo>
                <a:cubicBezTo>
                  <a:pt x="849086" y="200717"/>
                  <a:pt x="852176" y="154694"/>
                  <a:pt x="856343" y="108857"/>
                </a:cubicBezTo>
                <a:cubicBezTo>
                  <a:pt x="857036" y="101239"/>
                  <a:pt x="860179" y="93928"/>
                  <a:pt x="863600" y="87086"/>
                </a:cubicBezTo>
                <a:cubicBezTo>
                  <a:pt x="867501" y="79285"/>
                  <a:pt x="871947" y="71481"/>
                  <a:pt x="878114" y="65314"/>
                </a:cubicBezTo>
                <a:cubicBezTo>
                  <a:pt x="892181" y="51247"/>
                  <a:pt x="903951" y="49445"/>
                  <a:pt x="921657" y="43543"/>
                </a:cubicBezTo>
                <a:cubicBezTo>
                  <a:pt x="926495" y="38705"/>
                  <a:pt x="930052" y="32089"/>
                  <a:pt x="936172" y="29029"/>
                </a:cubicBezTo>
                <a:cubicBezTo>
                  <a:pt x="949856" y="22187"/>
                  <a:pt x="965200" y="19352"/>
                  <a:pt x="979714" y="14514"/>
                </a:cubicBezTo>
                <a:cubicBezTo>
                  <a:pt x="1024545" y="-430"/>
                  <a:pt x="993890" y="8017"/>
                  <a:pt x="1074057" y="0"/>
                </a:cubicBezTo>
                <a:cubicBezTo>
                  <a:pt x="1112020" y="3451"/>
                  <a:pt x="1152684" y="4290"/>
                  <a:pt x="1190172" y="14514"/>
                </a:cubicBezTo>
                <a:cubicBezTo>
                  <a:pt x="1204932" y="18540"/>
                  <a:pt x="1233714" y="29029"/>
                  <a:pt x="1233714" y="29029"/>
                </a:cubicBezTo>
                <a:cubicBezTo>
                  <a:pt x="1238552" y="33867"/>
                  <a:pt x="1242755" y="39438"/>
                  <a:pt x="1248229" y="43543"/>
                </a:cubicBezTo>
                <a:cubicBezTo>
                  <a:pt x="1262184" y="54009"/>
                  <a:pt x="1279437" y="60237"/>
                  <a:pt x="1291772" y="72572"/>
                </a:cubicBezTo>
                <a:cubicBezTo>
                  <a:pt x="1299029" y="79829"/>
                  <a:pt x="1306973" y="86459"/>
                  <a:pt x="1313543" y="94343"/>
                </a:cubicBezTo>
                <a:cubicBezTo>
                  <a:pt x="1332403" y="116976"/>
                  <a:pt x="1321457" y="113737"/>
                  <a:pt x="1342572" y="130629"/>
                </a:cubicBezTo>
                <a:cubicBezTo>
                  <a:pt x="1362669" y="146707"/>
                  <a:pt x="1363119" y="144735"/>
                  <a:pt x="1386114" y="152400"/>
                </a:cubicBezTo>
                <a:cubicBezTo>
                  <a:pt x="1423696" y="189982"/>
                  <a:pt x="1404195" y="173219"/>
                  <a:pt x="1444172" y="203200"/>
                </a:cubicBezTo>
                <a:cubicBezTo>
                  <a:pt x="1459039" y="232936"/>
                  <a:pt x="1457847" y="234879"/>
                  <a:pt x="1480457" y="261257"/>
                </a:cubicBezTo>
                <a:cubicBezTo>
                  <a:pt x="1487136" y="269050"/>
                  <a:pt x="1495928" y="274928"/>
                  <a:pt x="1502229" y="283029"/>
                </a:cubicBezTo>
                <a:cubicBezTo>
                  <a:pt x="1512938" y="296798"/>
                  <a:pt x="1521581" y="312058"/>
                  <a:pt x="1531257" y="326572"/>
                </a:cubicBezTo>
                <a:cubicBezTo>
                  <a:pt x="1576774" y="394847"/>
                  <a:pt x="1507022" y="286977"/>
                  <a:pt x="1560286" y="384629"/>
                </a:cubicBezTo>
                <a:cubicBezTo>
                  <a:pt x="1603691" y="464207"/>
                  <a:pt x="1572828" y="403936"/>
                  <a:pt x="1603829" y="442686"/>
                </a:cubicBezTo>
                <a:cubicBezTo>
                  <a:pt x="1609278" y="449497"/>
                  <a:pt x="1612667" y="457835"/>
                  <a:pt x="1618343" y="464457"/>
                </a:cubicBezTo>
                <a:cubicBezTo>
                  <a:pt x="1648444" y="499575"/>
                  <a:pt x="1643036" y="487453"/>
                  <a:pt x="1676400" y="515257"/>
                </a:cubicBezTo>
                <a:cubicBezTo>
                  <a:pt x="1690894" y="527336"/>
                  <a:pt x="1693108" y="536944"/>
                  <a:pt x="1712686" y="544286"/>
                </a:cubicBezTo>
                <a:cubicBezTo>
                  <a:pt x="1724236" y="548617"/>
                  <a:pt x="1736877" y="549124"/>
                  <a:pt x="1748972" y="551543"/>
                </a:cubicBezTo>
                <a:cubicBezTo>
                  <a:pt x="1753810" y="558800"/>
                  <a:pt x="1760050" y="565297"/>
                  <a:pt x="1763486" y="573314"/>
                </a:cubicBezTo>
                <a:cubicBezTo>
                  <a:pt x="1767415" y="582482"/>
                  <a:pt x="1767877" y="592790"/>
                  <a:pt x="1770743" y="602343"/>
                </a:cubicBezTo>
                <a:cubicBezTo>
                  <a:pt x="1770743" y="602345"/>
                  <a:pt x="1788885" y="656770"/>
                  <a:pt x="1792514" y="667657"/>
                </a:cubicBezTo>
                <a:cubicBezTo>
                  <a:pt x="1794933" y="674914"/>
                  <a:pt x="1795529" y="683064"/>
                  <a:pt x="1799772" y="689429"/>
                </a:cubicBezTo>
                <a:lnTo>
                  <a:pt x="1814286" y="711200"/>
                </a:lnTo>
                <a:lnTo>
                  <a:pt x="1836057" y="776514"/>
                </a:lnTo>
                <a:lnTo>
                  <a:pt x="1843314" y="798286"/>
                </a:lnTo>
                <a:lnTo>
                  <a:pt x="1850572" y="820057"/>
                </a:lnTo>
                <a:cubicBezTo>
                  <a:pt x="1864632" y="988779"/>
                  <a:pt x="1848719" y="854334"/>
                  <a:pt x="1865086" y="936172"/>
                </a:cubicBezTo>
                <a:cubicBezTo>
                  <a:pt x="1866215" y="941815"/>
                  <a:pt x="1871530" y="989381"/>
                  <a:pt x="1879600" y="1001486"/>
                </a:cubicBezTo>
                <a:cubicBezTo>
                  <a:pt x="1885293" y="1010025"/>
                  <a:pt x="1894115" y="1016000"/>
                  <a:pt x="1901372" y="1023257"/>
                </a:cubicBezTo>
                <a:cubicBezTo>
                  <a:pt x="1903791" y="1030514"/>
                  <a:pt x="1905208" y="1038187"/>
                  <a:pt x="1908629" y="1045029"/>
                </a:cubicBezTo>
                <a:cubicBezTo>
                  <a:pt x="1912529" y="1052830"/>
                  <a:pt x="1921251" y="1058286"/>
                  <a:pt x="1923143" y="1066800"/>
                </a:cubicBezTo>
                <a:cubicBezTo>
                  <a:pt x="1926292" y="1080969"/>
                  <a:pt x="1917096" y="1078895"/>
                  <a:pt x="1915886" y="1081314"/>
                </a:cubicBezTo>
                <a:close/>
              </a:path>
            </a:pathLst>
          </a:custGeom>
          <a:solidFill>
            <a:schemeClr val="accent6">
              <a:alpha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Freeform 446">
            <a:extLst>
              <a:ext uri="{FF2B5EF4-FFF2-40B4-BE49-F238E27FC236}">
                <a16:creationId xmlns:a16="http://schemas.microsoft.com/office/drawing/2014/main" id="{A570EEF5-876A-0E86-1843-CE2F07954EDE}"/>
              </a:ext>
            </a:extLst>
          </p:cNvPr>
          <p:cNvSpPr/>
          <p:nvPr/>
        </p:nvSpPr>
        <p:spPr>
          <a:xfrm>
            <a:off x="7598229" y="2699657"/>
            <a:ext cx="1422902" cy="1511132"/>
          </a:xfrm>
          <a:custGeom>
            <a:avLst/>
            <a:gdLst>
              <a:gd name="connsiteX0" fmla="*/ 261257 w 1422902"/>
              <a:gd name="connsiteY0" fmla="*/ 145143 h 1511132"/>
              <a:gd name="connsiteX1" fmla="*/ 261257 w 1422902"/>
              <a:gd name="connsiteY1" fmla="*/ 145143 h 1511132"/>
              <a:gd name="connsiteX2" fmla="*/ 217714 w 1422902"/>
              <a:gd name="connsiteY2" fmla="*/ 224972 h 1511132"/>
              <a:gd name="connsiteX3" fmla="*/ 195943 w 1422902"/>
              <a:gd name="connsiteY3" fmla="*/ 246743 h 1511132"/>
              <a:gd name="connsiteX4" fmla="*/ 188686 w 1422902"/>
              <a:gd name="connsiteY4" fmla="*/ 275772 h 1511132"/>
              <a:gd name="connsiteX5" fmla="*/ 166914 w 1422902"/>
              <a:gd name="connsiteY5" fmla="*/ 304800 h 1511132"/>
              <a:gd name="connsiteX6" fmla="*/ 152400 w 1422902"/>
              <a:gd name="connsiteY6" fmla="*/ 326572 h 1511132"/>
              <a:gd name="connsiteX7" fmla="*/ 130629 w 1422902"/>
              <a:gd name="connsiteY7" fmla="*/ 377372 h 1511132"/>
              <a:gd name="connsiteX8" fmla="*/ 108857 w 1422902"/>
              <a:gd name="connsiteY8" fmla="*/ 413657 h 1511132"/>
              <a:gd name="connsiteX9" fmla="*/ 87086 w 1422902"/>
              <a:gd name="connsiteY9" fmla="*/ 457200 h 1511132"/>
              <a:gd name="connsiteX10" fmla="*/ 65314 w 1422902"/>
              <a:gd name="connsiteY10" fmla="*/ 493486 h 1511132"/>
              <a:gd name="connsiteX11" fmla="*/ 43543 w 1422902"/>
              <a:gd name="connsiteY11" fmla="*/ 558800 h 1511132"/>
              <a:gd name="connsiteX12" fmla="*/ 36286 w 1422902"/>
              <a:gd name="connsiteY12" fmla="*/ 580572 h 1511132"/>
              <a:gd name="connsiteX13" fmla="*/ 21772 w 1422902"/>
              <a:gd name="connsiteY13" fmla="*/ 667657 h 1511132"/>
              <a:gd name="connsiteX14" fmla="*/ 14514 w 1422902"/>
              <a:gd name="connsiteY14" fmla="*/ 703943 h 1511132"/>
              <a:gd name="connsiteX15" fmla="*/ 0 w 1422902"/>
              <a:gd name="connsiteY15" fmla="*/ 870857 h 1511132"/>
              <a:gd name="connsiteX16" fmla="*/ 7257 w 1422902"/>
              <a:gd name="connsiteY16" fmla="*/ 1016000 h 1511132"/>
              <a:gd name="connsiteX17" fmla="*/ 14514 w 1422902"/>
              <a:gd name="connsiteY17" fmla="*/ 1045029 h 1511132"/>
              <a:gd name="connsiteX18" fmla="*/ 29029 w 1422902"/>
              <a:gd name="connsiteY18" fmla="*/ 1066800 h 1511132"/>
              <a:gd name="connsiteX19" fmla="*/ 58057 w 1422902"/>
              <a:gd name="connsiteY19" fmla="*/ 1124857 h 1511132"/>
              <a:gd name="connsiteX20" fmla="*/ 123372 w 1422902"/>
              <a:gd name="connsiteY20" fmla="*/ 1182914 h 1511132"/>
              <a:gd name="connsiteX21" fmla="*/ 159657 w 1422902"/>
              <a:gd name="connsiteY21" fmla="*/ 1211943 h 1511132"/>
              <a:gd name="connsiteX22" fmla="*/ 188686 w 1422902"/>
              <a:gd name="connsiteY22" fmla="*/ 1240972 h 1511132"/>
              <a:gd name="connsiteX23" fmla="*/ 210457 w 1422902"/>
              <a:gd name="connsiteY23" fmla="*/ 1262743 h 1511132"/>
              <a:gd name="connsiteX24" fmla="*/ 232229 w 1422902"/>
              <a:gd name="connsiteY24" fmla="*/ 1277257 h 1511132"/>
              <a:gd name="connsiteX25" fmla="*/ 283029 w 1422902"/>
              <a:gd name="connsiteY25" fmla="*/ 1328057 h 1511132"/>
              <a:gd name="connsiteX26" fmla="*/ 355600 w 1422902"/>
              <a:gd name="connsiteY26" fmla="*/ 1349829 h 1511132"/>
              <a:gd name="connsiteX27" fmla="*/ 377372 w 1422902"/>
              <a:gd name="connsiteY27" fmla="*/ 1357086 h 1511132"/>
              <a:gd name="connsiteX28" fmla="*/ 406400 w 1422902"/>
              <a:gd name="connsiteY28" fmla="*/ 1364343 h 1511132"/>
              <a:gd name="connsiteX29" fmla="*/ 442686 w 1422902"/>
              <a:gd name="connsiteY29" fmla="*/ 1378857 h 1511132"/>
              <a:gd name="connsiteX30" fmla="*/ 493486 w 1422902"/>
              <a:gd name="connsiteY30" fmla="*/ 1407886 h 1511132"/>
              <a:gd name="connsiteX31" fmla="*/ 544286 w 1422902"/>
              <a:gd name="connsiteY31" fmla="*/ 1429657 h 1511132"/>
              <a:gd name="connsiteX32" fmla="*/ 602343 w 1422902"/>
              <a:gd name="connsiteY32" fmla="*/ 1458686 h 1511132"/>
              <a:gd name="connsiteX33" fmla="*/ 653143 w 1422902"/>
              <a:gd name="connsiteY33" fmla="*/ 1487714 h 1511132"/>
              <a:gd name="connsiteX34" fmla="*/ 674914 w 1422902"/>
              <a:gd name="connsiteY34" fmla="*/ 1502229 h 1511132"/>
              <a:gd name="connsiteX35" fmla="*/ 791029 w 1422902"/>
              <a:gd name="connsiteY35" fmla="*/ 1502229 h 1511132"/>
              <a:gd name="connsiteX36" fmla="*/ 907143 w 1422902"/>
              <a:gd name="connsiteY36" fmla="*/ 1473200 h 1511132"/>
              <a:gd name="connsiteX37" fmla="*/ 928914 w 1422902"/>
              <a:gd name="connsiteY37" fmla="*/ 1465943 h 1511132"/>
              <a:gd name="connsiteX38" fmla="*/ 950686 w 1422902"/>
              <a:gd name="connsiteY38" fmla="*/ 1458686 h 1511132"/>
              <a:gd name="connsiteX39" fmla="*/ 1016000 w 1422902"/>
              <a:gd name="connsiteY39" fmla="*/ 1415143 h 1511132"/>
              <a:gd name="connsiteX40" fmla="*/ 1037772 w 1422902"/>
              <a:gd name="connsiteY40" fmla="*/ 1400629 h 1511132"/>
              <a:gd name="connsiteX41" fmla="*/ 1088572 w 1422902"/>
              <a:gd name="connsiteY41" fmla="*/ 1342572 h 1511132"/>
              <a:gd name="connsiteX42" fmla="*/ 1095829 w 1422902"/>
              <a:gd name="connsiteY42" fmla="*/ 1320800 h 1511132"/>
              <a:gd name="connsiteX43" fmla="*/ 1161143 w 1422902"/>
              <a:gd name="connsiteY43" fmla="*/ 1240972 h 1511132"/>
              <a:gd name="connsiteX44" fmla="*/ 1204686 w 1422902"/>
              <a:gd name="connsiteY44" fmla="*/ 1219200 h 1511132"/>
              <a:gd name="connsiteX45" fmla="*/ 1233714 w 1422902"/>
              <a:gd name="connsiteY45" fmla="*/ 1197429 h 1511132"/>
              <a:gd name="connsiteX46" fmla="*/ 1270000 w 1422902"/>
              <a:gd name="connsiteY46" fmla="*/ 1161143 h 1511132"/>
              <a:gd name="connsiteX47" fmla="*/ 1313543 w 1422902"/>
              <a:gd name="connsiteY47" fmla="*/ 1132114 h 1511132"/>
              <a:gd name="connsiteX48" fmla="*/ 1349829 w 1422902"/>
              <a:gd name="connsiteY48" fmla="*/ 1088572 h 1511132"/>
              <a:gd name="connsiteX49" fmla="*/ 1364343 w 1422902"/>
              <a:gd name="connsiteY49" fmla="*/ 1074057 h 1511132"/>
              <a:gd name="connsiteX50" fmla="*/ 1393372 w 1422902"/>
              <a:gd name="connsiteY50" fmla="*/ 1030514 h 1511132"/>
              <a:gd name="connsiteX51" fmla="*/ 1407886 w 1422902"/>
              <a:gd name="connsiteY51" fmla="*/ 957943 h 1511132"/>
              <a:gd name="connsiteX52" fmla="*/ 1422400 w 1422902"/>
              <a:gd name="connsiteY52" fmla="*/ 878114 h 1511132"/>
              <a:gd name="connsiteX53" fmla="*/ 1407886 w 1422902"/>
              <a:gd name="connsiteY53" fmla="*/ 703943 h 1511132"/>
              <a:gd name="connsiteX54" fmla="*/ 1393372 w 1422902"/>
              <a:gd name="connsiteY54" fmla="*/ 674914 h 1511132"/>
              <a:gd name="connsiteX55" fmla="*/ 1378857 w 1422902"/>
              <a:gd name="connsiteY55" fmla="*/ 660400 h 1511132"/>
              <a:gd name="connsiteX56" fmla="*/ 1364343 w 1422902"/>
              <a:gd name="connsiteY56" fmla="*/ 631372 h 1511132"/>
              <a:gd name="connsiteX57" fmla="*/ 1335314 w 1422902"/>
              <a:gd name="connsiteY57" fmla="*/ 602343 h 1511132"/>
              <a:gd name="connsiteX58" fmla="*/ 1313543 w 1422902"/>
              <a:gd name="connsiteY58" fmla="*/ 580572 h 1511132"/>
              <a:gd name="connsiteX59" fmla="*/ 1277257 w 1422902"/>
              <a:gd name="connsiteY59" fmla="*/ 537029 h 1511132"/>
              <a:gd name="connsiteX60" fmla="*/ 1248229 w 1422902"/>
              <a:gd name="connsiteY60" fmla="*/ 515257 h 1511132"/>
              <a:gd name="connsiteX61" fmla="*/ 1226457 w 1422902"/>
              <a:gd name="connsiteY61" fmla="*/ 486229 h 1511132"/>
              <a:gd name="connsiteX62" fmla="*/ 1182914 w 1422902"/>
              <a:gd name="connsiteY62" fmla="*/ 449943 h 1511132"/>
              <a:gd name="connsiteX63" fmla="*/ 1168400 w 1422902"/>
              <a:gd name="connsiteY63" fmla="*/ 428172 h 1511132"/>
              <a:gd name="connsiteX64" fmla="*/ 1153886 w 1422902"/>
              <a:gd name="connsiteY64" fmla="*/ 413657 h 1511132"/>
              <a:gd name="connsiteX65" fmla="*/ 1139372 w 1422902"/>
              <a:gd name="connsiteY65" fmla="*/ 348343 h 1511132"/>
              <a:gd name="connsiteX66" fmla="*/ 1124857 w 1422902"/>
              <a:gd name="connsiteY66" fmla="*/ 333829 h 1511132"/>
              <a:gd name="connsiteX67" fmla="*/ 1081314 w 1422902"/>
              <a:gd name="connsiteY67" fmla="*/ 275772 h 1511132"/>
              <a:gd name="connsiteX68" fmla="*/ 1037772 w 1422902"/>
              <a:gd name="connsiteY68" fmla="*/ 232229 h 1511132"/>
              <a:gd name="connsiteX69" fmla="*/ 1023257 w 1422902"/>
              <a:gd name="connsiteY69" fmla="*/ 203200 h 1511132"/>
              <a:gd name="connsiteX70" fmla="*/ 979714 w 1422902"/>
              <a:gd name="connsiteY70" fmla="*/ 159657 h 1511132"/>
              <a:gd name="connsiteX71" fmla="*/ 957943 w 1422902"/>
              <a:gd name="connsiteY71" fmla="*/ 137886 h 1511132"/>
              <a:gd name="connsiteX72" fmla="*/ 928914 w 1422902"/>
              <a:gd name="connsiteY72" fmla="*/ 116114 h 1511132"/>
              <a:gd name="connsiteX73" fmla="*/ 907143 w 1422902"/>
              <a:gd name="connsiteY73" fmla="*/ 94343 h 1511132"/>
              <a:gd name="connsiteX74" fmla="*/ 878114 w 1422902"/>
              <a:gd name="connsiteY74" fmla="*/ 72572 h 1511132"/>
              <a:gd name="connsiteX75" fmla="*/ 827314 w 1422902"/>
              <a:gd name="connsiteY75" fmla="*/ 43543 h 1511132"/>
              <a:gd name="connsiteX76" fmla="*/ 776514 w 1422902"/>
              <a:gd name="connsiteY76" fmla="*/ 29029 h 1511132"/>
              <a:gd name="connsiteX77" fmla="*/ 754743 w 1422902"/>
              <a:gd name="connsiteY77" fmla="*/ 14514 h 1511132"/>
              <a:gd name="connsiteX78" fmla="*/ 645886 w 1422902"/>
              <a:gd name="connsiteY78" fmla="*/ 0 h 1511132"/>
              <a:gd name="connsiteX79" fmla="*/ 464457 w 1422902"/>
              <a:gd name="connsiteY79" fmla="*/ 7257 h 1511132"/>
              <a:gd name="connsiteX80" fmla="*/ 420914 w 1422902"/>
              <a:gd name="connsiteY80" fmla="*/ 21772 h 1511132"/>
              <a:gd name="connsiteX81" fmla="*/ 377372 w 1422902"/>
              <a:gd name="connsiteY81" fmla="*/ 50800 h 1511132"/>
              <a:gd name="connsiteX82" fmla="*/ 362857 w 1422902"/>
              <a:gd name="connsiteY82" fmla="*/ 65314 h 1511132"/>
              <a:gd name="connsiteX83" fmla="*/ 297543 w 1422902"/>
              <a:gd name="connsiteY83" fmla="*/ 101600 h 1511132"/>
              <a:gd name="connsiteX84" fmla="*/ 261257 w 1422902"/>
              <a:gd name="connsiteY84" fmla="*/ 145143 h 151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422902" h="1511132">
                <a:moveTo>
                  <a:pt x="261257" y="145143"/>
                </a:moveTo>
                <a:lnTo>
                  <a:pt x="261257" y="145143"/>
                </a:lnTo>
                <a:cubicBezTo>
                  <a:pt x="252991" y="161674"/>
                  <a:pt x="234289" y="205083"/>
                  <a:pt x="217714" y="224972"/>
                </a:cubicBezTo>
                <a:cubicBezTo>
                  <a:pt x="211144" y="232856"/>
                  <a:pt x="203200" y="239486"/>
                  <a:pt x="195943" y="246743"/>
                </a:cubicBezTo>
                <a:cubicBezTo>
                  <a:pt x="193524" y="256419"/>
                  <a:pt x="193147" y="266851"/>
                  <a:pt x="188686" y="275772"/>
                </a:cubicBezTo>
                <a:cubicBezTo>
                  <a:pt x="183277" y="286590"/>
                  <a:pt x="173944" y="294958"/>
                  <a:pt x="166914" y="304800"/>
                </a:cubicBezTo>
                <a:cubicBezTo>
                  <a:pt x="161844" y="311897"/>
                  <a:pt x="157238" y="319315"/>
                  <a:pt x="152400" y="326572"/>
                </a:cubicBezTo>
                <a:cubicBezTo>
                  <a:pt x="137297" y="386984"/>
                  <a:pt x="155687" y="327255"/>
                  <a:pt x="130629" y="377372"/>
                </a:cubicBezTo>
                <a:cubicBezTo>
                  <a:pt x="111789" y="415053"/>
                  <a:pt x="137206" y="385310"/>
                  <a:pt x="108857" y="413657"/>
                </a:cubicBezTo>
                <a:cubicBezTo>
                  <a:pt x="90616" y="468382"/>
                  <a:pt x="115222" y="400927"/>
                  <a:pt x="87086" y="457200"/>
                </a:cubicBezTo>
                <a:cubicBezTo>
                  <a:pt x="68245" y="494883"/>
                  <a:pt x="93664" y="465138"/>
                  <a:pt x="65314" y="493486"/>
                </a:cubicBezTo>
                <a:lnTo>
                  <a:pt x="43543" y="558800"/>
                </a:lnTo>
                <a:cubicBezTo>
                  <a:pt x="41124" y="566057"/>
                  <a:pt x="37544" y="573026"/>
                  <a:pt x="36286" y="580572"/>
                </a:cubicBezTo>
                <a:cubicBezTo>
                  <a:pt x="31448" y="609600"/>
                  <a:pt x="27544" y="638800"/>
                  <a:pt x="21772" y="667657"/>
                </a:cubicBezTo>
                <a:cubicBezTo>
                  <a:pt x="19353" y="679752"/>
                  <a:pt x="16259" y="691732"/>
                  <a:pt x="14514" y="703943"/>
                </a:cubicBezTo>
                <a:cubicBezTo>
                  <a:pt x="6653" y="758969"/>
                  <a:pt x="3943" y="815658"/>
                  <a:pt x="0" y="870857"/>
                </a:cubicBezTo>
                <a:cubicBezTo>
                  <a:pt x="2419" y="919238"/>
                  <a:pt x="3234" y="967726"/>
                  <a:pt x="7257" y="1016000"/>
                </a:cubicBezTo>
                <a:cubicBezTo>
                  <a:pt x="8085" y="1025940"/>
                  <a:pt x="10585" y="1035861"/>
                  <a:pt x="14514" y="1045029"/>
                </a:cubicBezTo>
                <a:cubicBezTo>
                  <a:pt x="17950" y="1053046"/>
                  <a:pt x="24852" y="1059143"/>
                  <a:pt x="29029" y="1066800"/>
                </a:cubicBezTo>
                <a:cubicBezTo>
                  <a:pt x="39390" y="1085795"/>
                  <a:pt x="40054" y="1112855"/>
                  <a:pt x="58057" y="1124857"/>
                </a:cubicBezTo>
                <a:cubicBezTo>
                  <a:pt x="128583" y="1171875"/>
                  <a:pt x="-879" y="1083510"/>
                  <a:pt x="123372" y="1182914"/>
                </a:cubicBezTo>
                <a:cubicBezTo>
                  <a:pt x="135467" y="1192590"/>
                  <a:pt x="148080" y="1201652"/>
                  <a:pt x="159657" y="1211943"/>
                </a:cubicBezTo>
                <a:cubicBezTo>
                  <a:pt x="169885" y="1221035"/>
                  <a:pt x="179010" y="1231296"/>
                  <a:pt x="188686" y="1240972"/>
                </a:cubicBezTo>
                <a:cubicBezTo>
                  <a:pt x="195943" y="1248229"/>
                  <a:pt x="201918" y="1257050"/>
                  <a:pt x="210457" y="1262743"/>
                </a:cubicBezTo>
                <a:cubicBezTo>
                  <a:pt x="217714" y="1267581"/>
                  <a:pt x="225746" y="1271422"/>
                  <a:pt x="232229" y="1277257"/>
                </a:cubicBezTo>
                <a:cubicBezTo>
                  <a:pt x="250029" y="1293277"/>
                  <a:pt x="266096" y="1311124"/>
                  <a:pt x="283029" y="1328057"/>
                </a:cubicBezTo>
                <a:cubicBezTo>
                  <a:pt x="311335" y="1356363"/>
                  <a:pt x="290749" y="1341723"/>
                  <a:pt x="355600" y="1349829"/>
                </a:cubicBezTo>
                <a:cubicBezTo>
                  <a:pt x="362857" y="1352248"/>
                  <a:pt x="370016" y="1354984"/>
                  <a:pt x="377372" y="1357086"/>
                </a:cubicBezTo>
                <a:cubicBezTo>
                  <a:pt x="386962" y="1359826"/>
                  <a:pt x="396938" y="1361189"/>
                  <a:pt x="406400" y="1364343"/>
                </a:cubicBezTo>
                <a:cubicBezTo>
                  <a:pt x="418759" y="1368462"/>
                  <a:pt x="430782" y="1373566"/>
                  <a:pt x="442686" y="1378857"/>
                </a:cubicBezTo>
                <a:cubicBezTo>
                  <a:pt x="492018" y="1400783"/>
                  <a:pt x="452632" y="1384542"/>
                  <a:pt x="493486" y="1407886"/>
                </a:cubicBezTo>
                <a:cubicBezTo>
                  <a:pt x="554428" y="1442710"/>
                  <a:pt x="494522" y="1407037"/>
                  <a:pt x="544286" y="1429657"/>
                </a:cubicBezTo>
                <a:cubicBezTo>
                  <a:pt x="563983" y="1438610"/>
                  <a:pt x="585033" y="1445704"/>
                  <a:pt x="602343" y="1458686"/>
                </a:cubicBezTo>
                <a:cubicBezTo>
                  <a:pt x="637492" y="1485047"/>
                  <a:pt x="619897" y="1476632"/>
                  <a:pt x="653143" y="1487714"/>
                </a:cubicBezTo>
                <a:cubicBezTo>
                  <a:pt x="660400" y="1492552"/>
                  <a:pt x="667113" y="1498328"/>
                  <a:pt x="674914" y="1502229"/>
                </a:cubicBezTo>
                <a:cubicBezTo>
                  <a:pt x="711672" y="1520608"/>
                  <a:pt x="750640" y="1505336"/>
                  <a:pt x="791029" y="1502229"/>
                </a:cubicBezTo>
                <a:cubicBezTo>
                  <a:pt x="878600" y="1484714"/>
                  <a:pt x="840198" y="1495515"/>
                  <a:pt x="907143" y="1473200"/>
                </a:cubicBezTo>
                <a:lnTo>
                  <a:pt x="928914" y="1465943"/>
                </a:lnTo>
                <a:lnTo>
                  <a:pt x="950686" y="1458686"/>
                </a:lnTo>
                <a:lnTo>
                  <a:pt x="1016000" y="1415143"/>
                </a:lnTo>
                <a:cubicBezTo>
                  <a:pt x="1023257" y="1410305"/>
                  <a:pt x="1031605" y="1406797"/>
                  <a:pt x="1037772" y="1400629"/>
                </a:cubicBezTo>
                <a:cubicBezTo>
                  <a:pt x="1080224" y="1358176"/>
                  <a:pt x="1064568" y="1378575"/>
                  <a:pt x="1088572" y="1342572"/>
                </a:cubicBezTo>
                <a:cubicBezTo>
                  <a:pt x="1090991" y="1335315"/>
                  <a:pt x="1092114" y="1327487"/>
                  <a:pt x="1095829" y="1320800"/>
                </a:cubicBezTo>
                <a:cubicBezTo>
                  <a:pt x="1103931" y="1306216"/>
                  <a:pt x="1142346" y="1247239"/>
                  <a:pt x="1161143" y="1240972"/>
                </a:cubicBezTo>
                <a:cubicBezTo>
                  <a:pt x="1188102" y="1231984"/>
                  <a:pt x="1180068" y="1236784"/>
                  <a:pt x="1204686" y="1219200"/>
                </a:cubicBezTo>
                <a:cubicBezTo>
                  <a:pt x="1214528" y="1212170"/>
                  <a:pt x="1224674" y="1205464"/>
                  <a:pt x="1233714" y="1197429"/>
                </a:cubicBezTo>
                <a:cubicBezTo>
                  <a:pt x="1246499" y="1186065"/>
                  <a:pt x="1255768" y="1170631"/>
                  <a:pt x="1270000" y="1161143"/>
                </a:cubicBezTo>
                <a:cubicBezTo>
                  <a:pt x="1284514" y="1151467"/>
                  <a:pt x="1301208" y="1144449"/>
                  <a:pt x="1313543" y="1132114"/>
                </a:cubicBezTo>
                <a:cubicBezTo>
                  <a:pt x="1365252" y="1080405"/>
                  <a:pt x="1309420" y="1139083"/>
                  <a:pt x="1349829" y="1088572"/>
                </a:cubicBezTo>
                <a:cubicBezTo>
                  <a:pt x="1354103" y="1083229"/>
                  <a:pt x="1360238" y="1079531"/>
                  <a:pt x="1364343" y="1074057"/>
                </a:cubicBezTo>
                <a:cubicBezTo>
                  <a:pt x="1374809" y="1060102"/>
                  <a:pt x="1393372" y="1030514"/>
                  <a:pt x="1393372" y="1030514"/>
                </a:cubicBezTo>
                <a:cubicBezTo>
                  <a:pt x="1410227" y="963093"/>
                  <a:pt x="1390094" y="1046906"/>
                  <a:pt x="1407886" y="957943"/>
                </a:cubicBezTo>
                <a:cubicBezTo>
                  <a:pt x="1424994" y="872399"/>
                  <a:pt x="1403952" y="1007249"/>
                  <a:pt x="1422400" y="878114"/>
                </a:cubicBezTo>
                <a:cubicBezTo>
                  <a:pt x="1420321" y="834444"/>
                  <a:pt x="1430392" y="756458"/>
                  <a:pt x="1407886" y="703943"/>
                </a:cubicBezTo>
                <a:cubicBezTo>
                  <a:pt x="1403624" y="693999"/>
                  <a:pt x="1399373" y="683915"/>
                  <a:pt x="1393372" y="674914"/>
                </a:cubicBezTo>
                <a:cubicBezTo>
                  <a:pt x="1389577" y="669221"/>
                  <a:pt x="1383695" y="665238"/>
                  <a:pt x="1378857" y="660400"/>
                </a:cubicBezTo>
                <a:cubicBezTo>
                  <a:pt x="1374019" y="650724"/>
                  <a:pt x="1370834" y="640026"/>
                  <a:pt x="1364343" y="631372"/>
                </a:cubicBezTo>
                <a:cubicBezTo>
                  <a:pt x="1356132" y="620425"/>
                  <a:pt x="1344990" y="612019"/>
                  <a:pt x="1335314" y="602343"/>
                </a:cubicBezTo>
                <a:cubicBezTo>
                  <a:pt x="1328057" y="595086"/>
                  <a:pt x="1319701" y="588782"/>
                  <a:pt x="1313543" y="580572"/>
                </a:cubicBezTo>
                <a:cubicBezTo>
                  <a:pt x="1301252" y="564184"/>
                  <a:pt x="1292640" y="549848"/>
                  <a:pt x="1277257" y="537029"/>
                </a:cubicBezTo>
                <a:cubicBezTo>
                  <a:pt x="1267965" y="529286"/>
                  <a:pt x="1256782" y="523810"/>
                  <a:pt x="1248229" y="515257"/>
                </a:cubicBezTo>
                <a:cubicBezTo>
                  <a:pt x="1239676" y="506704"/>
                  <a:pt x="1234200" y="495521"/>
                  <a:pt x="1226457" y="486229"/>
                </a:cubicBezTo>
                <a:cubicBezTo>
                  <a:pt x="1213638" y="470846"/>
                  <a:pt x="1199302" y="462234"/>
                  <a:pt x="1182914" y="449943"/>
                </a:cubicBezTo>
                <a:cubicBezTo>
                  <a:pt x="1178076" y="442686"/>
                  <a:pt x="1173848" y="434983"/>
                  <a:pt x="1168400" y="428172"/>
                </a:cubicBezTo>
                <a:cubicBezTo>
                  <a:pt x="1164126" y="422829"/>
                  <a:pt x="1156288" y="420064"/>
                  <a:pt x="1153886" y="413657"/>
                </a:cubicBezTo>
                <a:cubicBezTo>
                  <a:pt x="1147537" y="396727"/>
                  <a:pt x="1150156" y="366316"/>
                  <a:pt x="1139372" y="348343"/>
                </a:cubicBezTo>
                <a:cubicBezTo>
                  <a:pt x="1135852" y="342476"/>
                  <a:pt x="1129695" y="338667"/>
                  <a:pt x="1124857" y="333829"/>
                </a:cubicBezTo>
                <a:cubicBezTo>
                  <a:pt x="1108461" y="284639"/>
                  <a:pt x="1131350" y="342489"/>
                  <a:pt x="1081314" y="275772"/>
                </a:cubicBezTo>
                <a:cubicBezTo>
                  <a:pt x="1054310" y="239765"/>
                  <a:pt x="1069607" y="253452"/>
                  <a:pt x="1037772" y="232229"/>
                </a:cubicBezTo>
                <a:cubicBezTo>
                  <a:pt x="1032934" y="222553"/>
                  <a:pt x="1030015" y="211648"/>
                  <a:pt x="1023257" y="203200"/>
                </a:cubicBezTo>
                <a:cubicBezTo>
                  <a:pt x="1010434" y="187172"/>
                  <a:pt x="994228" y="174171"/>
                  <a:pt x="979714" y="159657"/>
                </a:cubicBezTo>
                <a:cubicBezTo>
                  <a:pt x="972457" y="152400"/>
                  <a:pt x="966153" y="144044"/>
                  <a:pt x="957943" y="137886"/>
                </a:cubicBezTo>
                <a:cubicBezTo>
                  <a:pt x="948267" y="130629"/>
                  <a:pt x="938098" y="123986"/>
                  <a:pt x="928914" y="116114"/>
                </a:cubicBezTo>
                <a:cubicBezTo>
                  <a:pt x="921122" y="109435"/>
                  <a:pt x="914935" y="101022"/>
                  <a:pt x="907143" y="94343"/>
                </a:cubicBezTo>
                <a:cubicBezTo>
                  <a:pt x="897960" y="86472"/>
                  <a:pt x="887956" y="79602"/>
                  <a:pt x="878114" y="72572"/>
                </a:cubicBezTo>
                <a:cubicBezTo>
                  <a:pt x="859888" y="59553"/>
                  <a:pt x="848583" y="52658"/>
                  <a:pt x="827314" y="43543"/>
                </a:cubicBezTo>
                <a:cubicBezTo>
                  <a:pt x="812737" y="37296"/>
                  <a:pt x="791246" y="32712"/>
                  <a:pt x="776514" y="29029"/>
                </a:cubicBezTo>
                <a:cubicBezTo>
                  <a:pt x="769257" y="24191"/>
                  <a:pt x="762544" y="18415"/>
                  <a:pt x="754743" y="14514"/>
                </a:cubicBezTo>
                <a:cubicBezTo>
                  <a:pt x="725101" y="-308"/>
                  <a:pt x="665335" y="1621"/>
                  <a:pt x="645886" y="0"/>
                </a:cubicBezTo>
                <a:cubicBezTo>
                  <a:pt x="585410" y="2419"/>
                  <a:pt x="524700" y="1427"/>
                  <a:pt x="464457" y="7257"/>
                </a:cubicBezTo>
                <a:cubicBezTo>
                  <a:pt x="449229" y="8731"/>
                  <a:pt x="433644" y="13285"/>
                  <a:pt x="420914" y="21772"/>
                </a:cubicBezTo>
                <a:cubicBezTo>
                  <a:pt x="406400" y="31448"/>
                  <a:pt x="389707" y="38466"/>
                  <a:pt x="377372" y="50800"/>
                </a:cubicBezTo>
                <a:cubicBezTo>
                  <a:pt x="372534" y="55638"/>
                  <a:pt x="368724" y="61794"/>
                  <a:pt x="362857" y="65314"/>
                </a:cubicBezTo>
                <a:cubicBezTo>
                  <a:pt x="317233" y="92689"/>
                  <a:pt x="364107" y="35036"/>
                  <a:pt x="297543" y="101600"/>
                </a:cubicBezTo>
                <a:lnTo>
                  <a:pt x="261257" y="145143"/>
                </a:lnTo>
                <a:close/>
              </a:path>
            </a:pathLst>
          </a:custGeom>
          <a:solidFill>
            <a:schemeClr val="accent2">
              <a:alpha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Freeform 445">
            <a:extLst>
              <a:ext uri="{FF2B5EF4-FFF2-40B4-BE49-F238E27FC236}">
                <a16:creationId xmlns:a16="http://schemas.microsoft.com/office/drawing/2014/main" id="{4F98B77F-A859-3E25-98C8-51959D79FECB}"/>
              </a:ext>
            </a:extLst>
          </p:cNvPr>
          <p:cNvSpPr/>
          <p:nvPr/>
        </p:nvSpPr>
        <p:spPr>
          <a:xfrm>
            <a:off x="5421085" y="1146629"/>
            <a:ext cx="2075697" cy="4586514"/>
          </a:xfrm>
          <a:custGeom>
            <a:avLst/>
            <a:gdLst>
              <a:gd name="connsiteX0" fmla="*/ 428172 w 2075697"/>
              <a:gd name="connsiteY0" fmla="*/ 130628 h 4586514"/>
              <a:gd name="connsiteX1" fmla="*/ 428172 w 2075697"/>
              <a:gd name="connsiteY1" fmla="*/ 130628 h 4586514"/>
              <a:gd name="connsiteX2" fmla="*/ 420915 w 2075697"/>
              <a:gd name="connsiteY2" fmla="*/ 304800 h 4586514"/>
              <a:gd name="connsiteX3" fmla="*/ 413658 w 2075697"/>
              <a:gd name="connsiteY3" fmla="*/ 348343 h 4586514"/>
              <a:gd name="connsiteX4" fmla="*/ 399143 w 2075697"/>
              <a:gd name="connsiteY4" fmla="*/ 682171 h 4586514"/>
              <a:gd name="connsiteX5" fmla="*/ 391886 w 2075697"/>
              <a:gd name="connsiteY5" fmla="*/ 718457 h 4586514"/>
              <a:gd name="connsiteX6" fmla="*/ 384629 w 2075697"/>
              <a:gd name="connsiteY6" fmla="*/ 798286 h 4586514"/>
              <a:gd name="connsiteX7" fmla="*/ 377372 w 2075697"/>
              <a:gd name="connsiteY7" fmla="*/ 1016000 h 4586514"/>
              <a:gd name="connsiteX8" fmla="*/ 370115 w 2075697"/>
              <a:gd name="connsiteY8" fmla="*/ 1037771 h 4586514"/>
              <a:gd name="connsiteX9" fmla="*/ 348343 w 2075697"/>
              <a:gd name="connsiteY9" fmla="*/ 1095828 h 4586514"/>
              <a:gd name="connsiteX10" fmla="*/ 333829 w 2075697"/>
              <a:gd name="connsiteY10" fmla="*/ 1161143 h 4586514"/>
              <a:gd name="connsiteX11" fmla="*/ 319315 w 2075697"/>
              <a:gd name="connsiteY11" fmla="*/ 1211943 h 4586514"/>
              <a:gd name="connsiteX12" fmla="*/ 304800 w 2075697"/>
              <a:gd name="connsiteY12" fmla="*/ 1255486 h 4586514"/>
              <a:gd name="connsiteX13" fmla="*/ 290286 w 2075697"/>
              <a:gd name="connsiteY13" fmla="*/ 1328057 h 4586514"/>
              <a:gd name="connsiteX14" fmla="*/ 283029 w 2075697"/>
              <a:gd name="connsiteY14" fmla="*/ 1371600 h 4586514"/>
              <a:gd name="connsiteX15" fmla="*/ 268515 w 2075697"/>
              <a:gd name="connsiteY15" fmla="*/ 1400628 h 4586514"/>
              <a:gd name="connsiteX16" fmla="*/ 261258 w 2075697"/>
              <a:gd name="connsiteY16" fmla="*/ 1436914 h 4586514"/>
              <a:gd name="connsiteX17" fmla="*/ 246743 w 2075697"/>
              <a:gd name="connsiteY17" fmla="*/ 1494971 h 4586514"/>
              <a:gd name="connsiteX18" fmla="*/ 239486 w 2075697"/>
              <a:gd name="connsiteY18" fmla="*/ 1531257 h 4586514"/>
              <a:gd name="connsiteX19" fmla="*/ 232229 w 2075697"/>
              <a:gd name="connsiteY19" fmla="*/ 1574800 h 4586514"/>
              <a:gd name="connsiteX20" fmla="*/ 224972 w 2075697"/>
              <a:gd name="connsiteY20" fmla="*/ 1603828 h 4586514"/>
              <a:gd name="connsiteX21" fmla="*/ 210458 w 2075697"/>
              <a:gd name="connsiteY21" fmla="*/ 1705428 h 4586514"/>
              <a:gd name="connsiteX22" fmla="*/ 181429 w 2075697"/>
              <a:gd name="connsiteY22" fmla="*/ 1748971 h 4586514"/>
              <a:gd name="connsiteX23" fmla="*/ 152400 w 2075697"/>
              <a:gd name="connsiteY23" fmla="*/ 1799771 h 4586514"/>
              <a:gd name="connsiteX24" fmla="*/ 123372 w 2075697"/>
              <a:gd name="connsiteY24" fmla="*/ 1865086 h 4586514"/>
              <a:gd name="connsiteX25" fmla="*/ 108858 w 2075697"/>
              <a:gd name="connsiteY25" fmla="*/ 1886857 h 4586514"/>
              <a:gd name="connsiteX26" fmla="*/ 94343 w 2075697"/>
              <a:gd name="connsiteY26" fmla="*/ 1937657 h 4586514"/>
              <a:gd name="connsiteX27" fmla="*/ 79829 w 2075697"/>
              <a:gd name="connsiteY27" fmla="*/ 1966686 h 4586514"/>
              <a:gd name="connsiteX28" fmla="*/ 50800 w 2075697"/>
              <a:gd name="connsiteY28" fmla="*/ 2046514 h 4586514"/>
              <a:gd name="connsiteX29" fmla="*/ 36286 w 2075697"/>
              <a:gd name="connsiteY29" fmla="*/ 2075543 h 4586514"/>
              <a:gd name="connsiteX30" fmla="*/ 14515 w 2075697"/>
              <a:gd name="connsiteY30" fmla="*/ 2140857 h 4586514"/>
              <a:gd name="connsiteX31" fmla="*/ 0 w 2075697"/>
              <a:gd name="connsiteY31" fmla="*/ 2286000 h 4586514"/>
              <a:gd name="connsiteX32" fmla="*/ 14515 w 2075697"/>
              <a:gd name="connsiteY32" fmla="*/ 2416628 h 4586514"/>
              <a:gd name="connsiteX33" fmla="*/ 29029 w 2075697"/>
              <a:gd name="connsiteY33" fmla="*/ 2445657 h 4586514"/>
              <a:gd name="connsiteX34" fmla="*/ 43543 w 2075697"/>
              <a:gd name="connsiteY34" fmla="*/ 2503714 h 4586514"/>
              <a:gd name="connsiteX35" fmla="*/ 72572 w 2075697"/>
              <a:gd name="connsiteY35" fmla="*/ 2569028 h 4586514"/>
              <a:gd name="connsiteX36" fmla="*/ 101600 w 2075697"/>
              <a:gd name="connsiteY36" fmla="*/ 2830286 h 4586514"/>
              <a:gd name="connsiteX37" fmla="*/ 108858 w 2075697"/>
              <a:gd name="connsiteY37" fmla="*/ 2873828 h 4586514"/>
              <a:gd name="connsiteX38" fmla="*/ 123372 w 2075697"/>
              <a:gd name="connsiteY38" fmla="*/ 2924628 h 4586514"/>
              <a:gd name="connsiteX39" fmla="*/ 130629 w 2075697"/>
              <a:gd name="connsiteY39" fmla="*/ 3011714 h 4586514"/>
              <a:gd name="connsiteX40" fmla="*/ 137886 w 2075697"/>
              <a:gd name="connsiteY40" fmla="*/ 3033486 h 4586514"/>
              <a:gd name="connsiteX41" fmla="*/ 145143 w 2075697"/>
              <a:gd name="connsiteY41" fmla="*/ 3069771 h 4586514"/>
              <a:gd name="connsiteX42" fmla="*/ 152400 w 2075697"/>
              <a:gd name="connsiteY42" fmla="*/ 3120571 h 4586514"/>
              <a:gd name="connsiteX43" fmla="*/ 159658 w 2075697"/>
              <a:gd name="connsiteY43" fmla="*/ 3156857 h 4586514"/>
              <a:gd name="connsiteX44" fmla="*/ 166915 w 2075697"/>
              <a:gd name="connsiteY44" fmla="*/ 3200400 h 4586514"/>
              <a:gd name="connsiteX45" fmla="*/ 174172 w 2075697"/>
              <a:gd name="connsiteY45" fmla="*/ 3222171 h 4586514"/>
              <a:gd name="connsiteX46" fmla="*/ 181429 w 2075697"/>
              <a:gd name="connsiteY46" fmla="*/ 3258457 h 4586514"/>
              <a:gd name="connsiteX47" fmla="*/ 188686 w 2075697"/>
              <a:gd name="connsiteY47" fmla="*/ 3280228 h 4586514"/>
              <a:gd name="connsiteX48" fmla="*/ 195943 w 2075697"/>
              <a:gd name="connsiteY48" fmla="*/ 3309257 h 4586514"/>
              <a:gd name="connsiteX49" fmla="*/ 203200 w 2075697"/>
              <a:gd name="connsiteY49" fmla="*/ 3425371 h 4586514"/>
              <a:gd name="connsiteX50" fmla="*/ 224972 w 2075697"/>
              <a:gd name="connsiteY50" fmla="*/ 3628571 h 4586514"/>
              <a:gd name="connsiteX51" fmla="*/ 232229 w 2075697"/>
              <a:gd name="connsiteY51" fmla="*/ 3657600 h 4586514"/>
              <a:gd name="connsiteX52" fmla="*/ 239486 w 2075697"/>
              <a:gd name="connsiteY52" fmla="*/ 3824514 h 4586514"/>
              <a:gd name="connsiteX53" fmla="*/ 268515 w 2075697"/>
              <a:gd name="connsiteY53" fmla="*/ 3926114 h 4586514"/>
              <a:gd name="connsiteX54" fmla="*/ 290286 w 2075697"/>
              <a:gd name="connsiteY54" fmla="*/ 4005943 h 4586514"/>
              <a:gd name="connsiteX55" fmla="*/ 312058 w 2075697"/>
              <a:gd name="connsiteY55" fmla="*/ 4056743 h 4586514"/>
              <a:gd name="connsiteX56" fmla="*/ 319315 w 2075697"/>
              <a:gd name="connsiteY56" fmla="*/ 4100286 h 4586514"/>
              <a:gd name="connsiteX57" fmla="*/ 326572 w 2075697"/>
              <a:gd name="connsiteY57" fmla="*/ 4303486 h 4586514"/>
              <a:gd name="connsiteX58" fmla="*/ 355600 w 2075697"/>
              <a:gd name="connsiteY58" fmla="*/ 4368800 h 4586514"/>
              <a:gd name="connsiteX59" fmla="*/ 362858 w 2075697"/>
              <a:gd name="connsiteY59" fmla="*/ 4390571 h 4586514"/>
              <a:gd name="connsiteX60" fmla="*/ 377372 w 2075697"/>
              <a:gd name="connsiteY60" fmla="*/ 4405086 h 4586514"/>
              <a:gd name="connsiteX61" fmla="*/ 413658 w 2075697"/>
              <a:gd name="connsiteY61" fmla="*/ 4441371 h 4586514"/>
              <a:gd name="connsiteX62" fmla="*/ 464458 w 2075697"/>
              <a:gd name="connsiteY62" fmla="*/ 4470400 h 4586514"/>
              <a:gd name="connsiteX63" fmla="*/ 537029 w 2075697"/>
              <a:gd name="connsiteY63" fmla="*/ 4513943 h 4586514"/>
              <a:gd name="connsiteX64" fmla="*/ 566058 w 2075697"/>
              <a:gd name="connsiteY64" fmla="*/ 4528457 h 4586514"/>
              <a:gd name="connsiteX65" fmla="*/ 609600 w 2075697"/>
              <a:gd name="connsiteY65" fmla="*/ 4550228 h 4586514"/>
              <a:gd name="connsiteX66" fmla="*/ 674915 w 2075697"/>
              <a:gd name="connsiteY66" fmla="*/ 4557486 h 4586514"/>
              <a:gd name="connsiteX67" fmla="*/ 718458 w 2075697"/>
              <a:gd name="connsiteY67" fmla="*/ 4572000 h 4586514"/>
              <a:gd name="connsiteX68" fmla="*/ 769258 w 2075697"/>
              <a:gd name="connsiteY68" fmla="*/ 4586514 h 4586514"/>
              <a:gd name="connsiteX69" fmla="*/ 1262743 w 2075697"/>
              <a:gd name="connsiteY69" fmla="*/ 4572000 h 4586514"/>
              <a:gd name="connsiteX70" fmla="*/ 1306286 w 2075697"/>
              <a:gd name="connsiteY70" fmla="*/ 4557486 h 4586514"/>
              <a:gd name="connsiteX71" fmla="*/ 1371600 w 2075697"/>
              <a:gd name="connsiteY71" fmla="*/ 4535714 h 4586514"/>
              <a:gd name="connsiteX72" fmla="*/ 1393372 w 2075697"/>
              <a:gd name="connsiteY72" fmla="*/ 4528457 h 4586514"/>
              <a:gd name="connsiteX73" fmla="*/ 1415143 w 2075697"/>
              <a:gd name="connsiteY73" fmla="*/ 4521200 h 4586514"/>
              <a:gd name="connsiteX74" fmla="*/ 1465943 w 2075697"/>
              <a:gd name="connsiteY74" fmla="*/ 4477657 h 4586514"/>
              <a:gd name="connsiteX75" fmla="*/ 1487715 w 2075697"/>
              <a:gd name="connsiteY75" fmla="*/ 4434114 h 4586514"/>
              <a:gd name="connsiteX76" fmla="*/ 1494972 w 2075697"/>
              <a:gd name="connsiteY76" fmla="*/ 4412343 h 4586514"/>
              <a:gd name="connsiteX77" fmla="*/ 1509486 w 2075697"/>
              <a:gd name="connsiteY77" fmla="*/ 4390571 h 4586514"/>
              <a:gd name="connsiteX78" fmla="*/ 1516743 w 2075697"/>
              <a:gd name="connsiteY78" fmla="*/ 4368800 h 4586514"/>
              <a:gd name="connsiteX79" fmla="*/ 1531258 w 2075697"/>
              <a:gd name="connsiteY79" fmla="*/ 4339771 h 4586514"/>
              <a:gd name="connsiteX80" fmla="*/ 1553029 w 2075697"/>
              <a:gd name="connsiteY80" fmla="*/ 4296228 h 4586514"/>
              <a:gd name="connsiteX81" fmla="*/ 1560286 w 2075697"/>
              <a:gd name="connsiteY81" fmla="*/ 4151086 h 4586514"/>
              <a:gd name="connsiteX82" fmla="*/ 1567543 w 2075697"/>
              <a:gd name="connsiteY82" fmla="*/ 4122057 h 4586514"/>
              <a:gd name="connsiteX83" fmla="*/ 1574800 w 2075697"/>
              <a:gd name="connsiteY83" fmla="*/ 4064000 h 4586514"/>
              <a:gd name="connsiteX84" fmla="*/ 1582058 w 2075697"/>
              <a:gd name="connsiteY84" fmla="*/ 4042228 h 4586514"/>
              <a:gd name="connsiteX85" fmla="*/ 1596572 w 2075697"/>
              <a:gd name="connsiteY85" fmla="*/ 3984171 h 4586514"/>
              <a:gd name="connsiteX86" fmla="*/ 1603829 w 2075697"/>
              <a:gd name="connsiteY86" fmla="*/ 3911600 h 4586514"/>
              <a:gd name="connsiteX87" fmla="*/ 1611086 w 2075697"/>
              <a:gd name="connsiteY87" fmla="*/ 3868057 h 4586514"/>
              <a:gd name="connsiteX88" fmla="*/ 1618343 w 2075697"/>
              <a:gd name="connsiteY88" fmla="*/ 3302000 h 4586514"/>
              <a:gd name="connsiteX89" fmla="*/ 1625600 w 2075697"/>
              <a:gd name="connsiteY89" fmla="*/ 3251200 h 4586514"/>
              <a:gd name="connsiteX90" fmla="*/ 1640115 w 2075697"/>
              <a:gd name="connsiteY90" fmla="*/ 3026228 h 4586514"/>
              <a:gd name="connsiteX91" fmla="*/ 1647372 w 2075697"/>
              <a:gd name="connsiteY91" fmla="*/ 3004457 h 4586514"/>
              <a:gd name="connsiteX92" fmla="*/ 1661886 w 2075697"/>
              <a:gd name="connsiteY92" fmla="*/ 2968171 h 4586514"/>
              <a:gd name="connsiteX93" fmla="*/ 1669143 w 2075697"/>
              <a:gd name="connsiteY93" fmla="*/ 2924628 h 4586514"/>
              <a:gd name="connsiteX94" fmla="*/ 1698172 w 2075697"/>
              <a:gd name="connsiteY94" fmla="*/ 2866571 h 4586514"/>
              <a:gd name="connsiteX95" fmla="*/ 1705429 w 2075697"/>
              <a:gd name="connsiteY95" fmla="*/ 2844800 h 4586514"/>
              <a:gd name="connsiteX96" fmla="*/ 1719943 w 2075697"/>
              <a:gd name="connsiteY96" fmla="*/ 2823028 h 4586514"/>
              <a:gd name="connsiteX97" fmla="*/ 1734458 w 2075697"/>
              <a:gd name="connsiteY97" fmla="*/ 2808514 h 4586514"/>
              <a:gd name="connsiteX98" fmla="*/ 1770743 w 2075697"/>
              <a:gd name="connsiteY98" fmla="*/ 2764971 h 4586514"/>
              <a:gd name="connsiteX99" fmla="*/ 1814286 w 2075697"/>
              <a:gd name="connsiteY99" fmla="*/ 2735943 h 4586514"/>
              <a:gd name="connsiteX100" fmla="*/ 1828800 w 2075697"/>
              <a:gd name="connsiteY100" fmla="*/ 2714171 h 4586514"/>
              <a:gd name="connsiteX101" fmla="*/ 1865086 w 2075697"/>
              <a:gd name="connsiteY101" fmla="*/ 2677886 h 4586514"/>
              <a:gd name="connsiteX102" fmla="*/ 1879600 w 2075697"/>
              <a:gd name="connsiteY102" fmla="*/ 2656114 h 4586514"/>
              <a:gd name="connsiteX103" fmla="*/ 1915886 w 2075697"/>
              <a:gd name="connsiteY103" fmla="*/ 2619828 h 4586514"/>
              <a:gd name="connsiteX104" fmla="*/ 1930400 w 2075697"/>
              <a:gd name="connsiteY104" fmla="*/ 2598057 h 4586514"/>
              <a:gd name="connsiteX105" fmla="*/ 1959429 w 2075697"/>
              <a:gd name="connsiteY105" fmla="*/ 2569028 h 4586514"/>
              <a:gd name="connsiteX106" fmla="*/ 1981200 w 2075697"/>
              <a:gd name="connsiteY106" fmla="*/ 2547257 h 4586514"/>
              <a:gd name="connsiteX107" fmla="*/ 2010229 w 2075697"/>
              <a:gd name="connsiteY107" fmla="*/ 2503714 h 4586514"/>
              <a:gd name="connsiteX108" fmla="*/ 2039258 w 2075697"/>
              <a:gd name="connsiteY108" fmla="*/ 2438400 h 4586514"/>
              <a:gd name="connsiteX109" fmla="*/ 2053772 w 2075697"/>
              <a:gd name="connsiteY109" fmla="*/ 2394857 h 4586514"/>
              <a:gd name="connsiteX110" fmla="*/ 2068286 w 2075697"/>
              <a:gd name="connsiteY110" fmla="*/ 2344057 h 4586514"/>
              <a:gd name="connsiteX111" fmla="*/ 2068286 w 2075697"/>
              <a:gd name="connsiteY111" fmla="*/ 2198914 h 4586514"/>
              <a:gd name="connsiteX112" fmla="*/ 2032000 w 2075697"/>
              <a:gd name="connsiteY112" fmla="*/ 2119086 h 4586514"/>
              <a:gd name="connsiteX113" fmla="*/ 2017486 w 2075697"/>
              <a:gd name="connsiteY113" fmla="*/ 2097314 h 4586514"/>
              <a:gd name="connsiteX114" fmla="*/ 2010229 w 2075697"/>
              <a:gd name="connsiteY114" fmla="*/ 2075543 h 4586514"/>
              <a:gd name="connsiteX115" fmla="*/ 1981200 w 2075697"/>
              <a:gd name="connsiteY115" fmla="*/ 2024743 h 4586514"/>
              <a:gd name="connsiteX116" fmla="*/ 1944915 w 2075697"/>
              <a:gd name="connsiteY116" fmla="*/ 1959428 h 4586514"/>
              <a:gd name="connsiteX117" fmla="*/ 1930400 w 2075697"/>
              <a:gd name="connsiteY117" fmla="*/ 1937657 h 4586514"/>
              <a:gd name="connsiteX118" fmla="*/ 1908629 w 2075697"/>
              <a:gd name="connsiteY118" fmla="*/ 1923143 h 4586514"/>
              <a:gd name="connsiteX119" fmla="*/ 1894115 w 2075697"/>
              <a:gd name="connsiteY119" fmla="*/ 1901371 h 4586514"/>
              <a:gd name="connsiteX120" fmla="*/ 1850572 w 2075697"/>
              <a:gd name="connsiteY120" fmla="*/ 1879600 h 4586514"/>
              <a:gd name="connsiteX121" fmla="*/ 1843315 w 2075697"/>
              <a:gd name="connsiteY121" fmla="*/ 1843314 h 4586514"/>
              <a:gd name="connsiteX122" fmla="*/ 1828800 w 2075697"/>
              <a:gd name="connsiteY122" fmla="*/ 1807028 h 4586514"/>
              <a:gd name="connsiteX123" fmla="*/ 1821543 w 2075697"/>
              <a:gd name="connsiteY123" fmla="*/ 1785257 h 4586514"/>
              <a:gd name="connsiteX124" fmla="*/ 1799772 w 2075697"/>
              <a:gd name="connsiteY124" fmla="*/ 1727200 h 4586514"/>
              <a:gd name="connsiteX125" fmla="*/ 1792515 w 2075697"/>
              <a:gd name="connsiteY125" fmla="*/ 1705428 h 4586514"/>
              <a:gd name="connsiteX126" fmla="*/ 1778000 w 2075697"/>
              <a:gd name="connsiteY126" fmla="*/ 1690914 h 4586514"/>
              <a:gd name="connsiteX127" fmla="*/ 1756229 w 2075697"/>
              <a:gd name="connsiteY127" fmla="*/ 1640114 h 4586514"/>
              <a:gd name="connsiteX128" fmla="*/ 1727200 w 2075697"/>
              <a:gd name="connsiteY128" fmla="*/ 1582057 h 4586514"/>
              <a:gd name="connsiteX129" fmla="*/ 1719943 w 2075697"/>
              <a:gd name="connsiteY129" fmla="*/ 1560286 h 4586514"/>
              <a:gd name="connsiteX130" fmla="*/ 1705429 w 2075697"/>
              <a:gd name="connsiteY130" fmla="*/ 1538514 h 4586514"/>
              <a:gd name="connsiteX131" fmla="*/ 1690915 w 2075697"/>
              <a:gd name="connsiteY131" fmla="*/ 1480457 h 4586514"/>
              <a:gd name="connsiteX132" fmla="*/ 1669143 w 2075697"/>
              <a:gd name="connsiteY132" fmla="*/ 1197428 h 4586514"/>
              <a:gd name="connsiteX133" fmla="*/ 1661886 w 2075697"/>
              <a:gd name="connsiteY133" fmla="*/ 1124857 h 4586514"/>
              <a:gd name="connsiteX134" fmla="*/ 1647372 w 2075697"/>
              <a:gd name="connsiteY134" fmla="*/ 878114 h 4586514"/>
              <a:gd name="connsiteX135" fmla="*/ 1625600 w 2075697"/>
              <a:gd name="connsiteY135" fmla="*/ 791028 h 4586514"/>
              <a:gd name="connsiteX136" fmla="*/ 1618343 w 2075697"/>
              <a:gd name="connsiteY136" fmla="*/ 762000 h 4586514"/>
              <a:gd name="connsiteX137" fmla="*/ 1611086 w 2075697"/>
              <a:gd name="connsiteY137" fmla="*/ 689428 h 4586514"/>
              <a:gd name="connsiteX138" fmla="*/ 1603829 w 2075697"/>
              <a:gd name="connsiteY138" fmla="*/ 508000 h 4586514"/>
              <a:gd name="connsiteX139" fmla="*/ 1596572 w 2075697"/>
              <a:gd name="connsiteY139" fmla="*/ 478971 h 4586514"/>
              <a:gd name="connsiteX140" fmla="*/ 1582058 w 2075697"/>
              <a:gd name="connsiteY140" fmla="*/ 406400 h 4586514"/>
              <a:gd name="connsiteX141" fmla="*/ 1560286 w 2075697"/>
              <a:gd name="connsiteY141" fmla="*/ 261257 h 4586514"/>
              <a:gd name="connsiteX142" fmla="*/ 1545772 w 2075697"/>
              <a:gd name="connsiteY142" fmla="*/ 217714 h 4586514"/>
              <a:gd name="connsiteX143" fmla="*/ 1494972 w 2075697"/>
              <a:gd name="connsiteY143" fmla="*/ 159657 h 4586514"/>
              <a:gd name="connsiteX144" fmla="*/ 1473200 w 2075697"/>
              <a:gd name="connsiteY144" fmla="*/ 137886 h 4586514"/>
              <a:gd name="connsiteX145" fmla="*/ 1429658 w 2075697"/>
              <a:gd name="connsiteY145" fmla="*/ 108857 h 4586514"/>
              <a:gd name="connsiteX146" fmla="*/ 1378858 w 2075697"/>
              <a:gd name="connsiteY146" fmla="*/ 65314 h 4586514"/>
              <a:gd name="connsiteX147" fmla="*/ 1364343 w 2075697"/>
              <a:gd name="connsiteY147" fmla="*/ 50800 h 4586514"/>
              <a:gd name="connsiteX148" fmla="*/ 1342572 w 2075697"/>
              <a:gd name="connsiteY148" fmla="*/ 36286 h 4586514"/>
              <a:gd name="connsiteX149" fmla="*/ 1328058 w 2075697"/>
              <a:gd name="connsiteY149" fmla="*/ 21771 h 4586514"/>
              <a:gd name="connsiteX150" fmla="*/ 1306286 w 2075697"/>
              <a:gd name="connsiteY150" fmla="*/ 14514 h 4586514"/>
              <a:gd name="connsiteX151" fmla="*/ 1168400 w 2075697"/>
              <a:gd name="connsiteY151" fmla="*/ 0 h 4586514"/>
              <a:gd name="connsiteX152" fmla="*/ 928915 w 2075697"/>
              <a:gd name="connsiteY152" fmla="*/ 7257 h 4586514"/>
              <a:gd name="connsiteX153" fmla="*/ 841829 w 2075697"/>
              <a:gd name="connsiteY153" fmla="*/ 21771 h 4586514"/>
              <a:gd name="connsiteX154" fmla="*/ 798286 w 2075697"/>
              <a:gd name="connsiteY154" fmla="*/ 29028 h 4586514"/>
              <a:gd name="connsiteX155" fmla="*/ 762000 w 2075697"/>
              <a:gd name="connsiteY155" fmla="*/ 36286 h 4586514"/>
              <a:gd name="connsiteX156" fmla="*/ 537029 w 2075697"/>
              <a:gd name="connsiteY156" fmla="*/ 50800 h 4586514"/>
              <a:gd name="connsiteX157" fmla="*/ 457200 w 2075697"/>
              <a:gd name="connsiteY157" fmla="*/ 101600 h 4586514"/>
              <a:gd name="connsiteX158" fmla="*/ 428172 w 2075697"/>
              <a:gd name="connsiteY158" fmla="*/ 130628 h 458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</a:cxnLst>
            <a:rect l="l" t="t" r="r" b="b"/>
            <a:pathLst>
              <a:path w="2075697" h="4586514">
                <a:moveTo>
                  <a:pt x="428172" y="130628"/>
                </a:moveTo>
                <a:lnTo>
                  <a:pt x="428172" y="130628"/>
                </a:lnTo>
                <a:cubicBezTo>
                  <a:pt x="425753" y="188685"/>
                  <a:pt x="424780" y="246821"/>
                  <a:pt x="420915" y="304800"/>
                </a:cubicBezTo>
                <a:cubicBezTo>
                  <a:pt x="419936" y="319482"/>
                  <a:pt x="414342" y="333644"/>
                  <a:pt x="413658" y="348343"/>
                </a:cubicBezTo>
                <a:cubicBezTo>
                  <a:pt x="407085" y="489662"/>
                  <a:pt x="415975" y="564343"/>
                  <a:pt x="399143" y="682171"/>
                </a:cubicBezTo>
                <a:cubicBezTo>
                  <a:pt x="397399" y="694382"/>
                  <a:pt x="394305" y="706362"/>
                  <a:pt x="391886" y="718457"/>
                </a:cubicBezTo>
                <a:cubicBezTo>
                  <a:pt x="389467" y="745067"/>
                  <a:pt x="385931" y="771598"/>
                  <a:pt x="384629" y="798286"/>
                </a:cubicBezTo>
                <a:cubicBezTo>
                  <a:pt x="381091" y="870811"/>
                  <a:pt x="381765" y="943521"/>
                  <a:pt x="377372" y="1016000"/>
                </a:cubicBezTo>
                <a:cubicBezTo>
                  <a:pt x="376909" y="1023636"/>
                  <a:pt x="372801" y="1030609"/>
                  <a:pt x="370115" y="1037771"/>
                </a:cubicBezTo>
                <a:cubicBezTo>
                  <a:pt x="360912" y="1062312"/>
                  <a:pt x="354932" y="1072766"/>
                  <a:pt x="348343" y="1095828"/>
                </a:cubicBezTo>
                <a:cubicBezTo>
                  <a:pt x="333444" y="1147974"/>
                  <a:pt x="348793" y="1101287"/>
                  <a:pt x="333829" y="1161143"/>
                </a:cubicBezTo>
                <a:cubicBezTo>
                  <a:pt x="329558" y="1178228"/>
                  <a:pt x="324494" y="1195111"/>
                  <a:pt x="319315" y="1211943"/>
                </a:cubicBezTo>
                <a:cubicBezTo>
                  <a:pt x="314816" y="1226566"/>
                  <a:pt x="307800" y="1240484"/>
                  <a:pt x="304800" y="1255486"/>
                </a:cubicBezTo>
                <a:cubicBezTo>
                  <a:pt x="299962" y="1279676"/>
                  <a:pt x="294342" y="1303723"/>
                  <a:pt x="290286" y="1328057"/>
                </a:cubicBezTo>
                <a:cubicBezTo>
                  <a:pt x="287867" y="1342571"/>
                  <a:pt x="287257" y="1357506"/>
                  <a:pt x="283029" y="1371600"/>
                </a:cubicBezTo>
                <a:cubicBezTo>
                  <a:pt x="279920" y="1381962"/>
                  <a:pt x="273353" y="1390952"/>
                  <a:pt x="268515" y="1400628"/>
                </a:cubicBezTo>
                <a:cubicBezTo>
                  <a:pt x="266096" y="1412723"/>
                  <a:pt x="264032" y="1424895"/>
                  <a:pt x="261258" y="1436914"/>
                </a:cubicBezTo>
                <a:cubicBezTo>
                  <a:pt x="256772" y="1456351"/>
                  <a:pt x="250655" y="1475410"/>
                  <a:pt x="246743" y="1494971"/>
                </a:cubicBezTo>
                <a:cubicBezTo>
                  <a:pt x="244324" y="1507066"/>
                  <a:pt x="241692" y="1519121"/>
                  <a:pt x="239486" y="1531257"/>
                </a:cubicBezTo>
                <a:cubicBezTo>
                  <a:pt x="236854" y="1545734"/>
                  <a:pt x="235115" y="1560371"/>
                  <a:pt x="232229" y="1574800"/>
                </a:cubicBezTo>
                <a:cubicBezTo>
                  <a:pt x="230273" y="1584580"/>
                  <a:pt x="227391" y="1594152"/>
                  <a:pt x="224972" y="1603828"/>
                </a:cubicBezTo>
                <a:cubicBezTo>
                  <a:pt x="224738" y="1606170"/>
                  <a:pt x="220323" y="1685698"/>
                  <a:pt x="210458" y="1705428"/>
                </a:cubicBezTo>
                <a:cubicBezTo>
                  <a:pt x="202657" y="1721030"/>
                  <a:pt x="189230" y="1733368"/>
                  <a:pt x="181429" y="1748971"/>
                </a:cubicBezTo>
                <a:cubicBezTo>
                  <a:pt x="137569" y="1836694"/>
                  <a:pt x="193431" y="1727968"/>
                  <a:pt x="152400" y="1799771"/>
                </a:cubicBezTo>
                <a:cubicBezTo>
                  <a:pt x="121628" y="1853620"/>
                  <a:pt x="154465" y="1802898"/>
                  <a:pt x="123372" y="1865086"/>
                </a:cubicBezTo>
                <a:cubicBezTo>
                  <a:pt x="119472" y="1872887"/>
                  <a:pt x="113696" y="1879600"/>
                  <a:pt x="108858" y="1886857"/>
                </a:cubicBezTo>
                <a:cubicBezTo>
                  <a:pt x="105176" y="1901585"/>
                  <a:pt x="100589" y="1923083"/>
                  <a:pt x="94343" y="1937657"/>
                </a:cubicBezTo>
                <a:cubicBezTo>
                  <a:pt x="90081" y="1947601"/>
                  <a:pt x="83250" y="1956423"/>
                  <a:pt x="79829" y="1966686"/>
                </a:cubicBezTo>
                <a:cubicBezTo>
                  <a:pt x="38193" y="2091596"/>
                  <a:pt x="87314" y="1982615"/>
                  <a:pt x="50800" y="2046514"/>
                </a:cubicBezTo>
                <a:cubicBezTo>
                  <a:pt x="45433" y="2055907"/>
                  <a:pt x="40170" y="2065446"/>
                  <a:pt x="36286" y="2075543"/>
                </a:cubicBezTo>
                <a:cubicBezTo>
                  <a:pt x="28048" y="2096962"/>
                  <a:pt x="14515" y="2140857"/>
                  <a:pt x="14515" y="2140857"/>
                </a:cubicBezTo>
                <a:cubicBezTo>
                  <a:pt x="11884" y="2164539"/>
                  <a:pt x="0" y="2267530"/>
                  <a:pt x="0" y="2286000"/>
                </a:cubicBezTo>
                <a:cubicBezTo>
                  <a:pt x="0" y="2295892"/>
                  <a:pt x="6753" y="2390753"/>
                  <a:pt x="14515" y="2416628"/>
                </a:cubicBezTo>
                <a:cubicBezTo>
                  <a:pt x="17624" y="2426990"/>
                  <a:pt x="25608" y="2435394"/>
                  <a:pt x="29029" y="2445657"/>
                </a:cubicBezTo>
                <a:cubicBezTo>
                  <a:pt x="35337" y="2464581"/>
                  <a:pt x="36134" y="2485193"/>
                  <a:pt x="43543" y="2503714"/>
                </a:cubicBezTo>
                <a:cubicBezTo>
                  <a:pt x="62076" y="2550044"/>
                  <a:pt x="52232" y="2528348"/>
                  <a:pt x="72572" y="2569028"/>
                </a:cubicBezTo>
                <a:cubicBezTo>
                  <a:pt x="81121" y="2697272"/>
                  <a:pt x="77679" y="2686780"/>
                  <a:pt x="101600" y="2830286"/>
                </a:cubicBezTo>
                <a:cubicBezTo>
                  <a:pt x="104019" y="2844800"/>
                  <a:pt x="105549" y="2859491"/>
                  <a:pt x="108858" y="2873828"/>
                </a:cubicBezTo>
                <a:cubicBezTo>
                  <a:pt x="112818" y="2890988"/>
                  <a:pt x="118534" y="2907695"/>
                  <a:pt x="123372" y="2924628"/>
                </a:cubicBezTo>
                <a:cubicBezTo>
                  <a:pt x="125791" y="2953657"/>
                  <a:pt x="126779" y="2982840"/>
                  <a:pt x="130629" y="3011714"/>
                </a:cubicBezTo>
                <a:cubicBezTo>
                  <a:pt x="131640" y="3019297"/>
                  <a:pt x="136031" y="3026065"/>
                  <a:pt x="137886" y="3033486"/>
                </a:cubicBezTo>
                <a:cubicBezTo>
                  <a:pt x="140878" y="3045452"/>
                  <a:pt x="143115" y="3057604"/>
                  <a:pt x="145143" y="3069771"/>
                </a:cubicBezTo>
                <a:cubicBezTo>
                  <a:pt x="147955" y="3086644"/>
                  <a:pt x="149588" y="3103699"/>
                  <a:pt x="152400" y="3120571"/>
                </a:cubicBezTo>
                <a:cubicBezTo>
                  <a:pt x="154428" y="3132738"/>
                  <a:pt x="157451" y="3144721"/>
                  <a:pt x="159658" y="3156857"/>
                </a:cubicBezTo>
                <a:cubicBezTo>
                  <a:pt x="162290" y="3171334"/>
                  <a:pt x="163723" y="3186036"/>
                  <a:pt x="166915" y="3200400"/>
                </a:cubicBezTo>
                <a:cubicBezTo>
                  <a:pt x="168574" y="3207867"/>
                  <a:pt x="172317" y="3214750"/>
                  <a:pt x="174172" y="3222171"/>
                </a:cubicBezTo>
                <a:cubicBezTo>
                  <a:pt x="177164" y="3234138"/>
                  <a:pt x="178437" y="3246490"/>
                  <a:pt x="181429" y="3258457"/>
                </a:cubicBezTo>
                <a:cubicBezTo>
                  <a:pt x="183284" y="3265878"/>
                  <a:pt x="186585" y="3272873"/>
                  <a:pt x="188686" y="3280228"/>
                </a:cubicBezTo>
                <a:cubicBezTo>
                  <a:pt x="191426" y="3289818"/>
                  <a:pt x="193524" y="3299581"/>
                  <a:pt x="195943" y="3309257"/>
                </a:cubicBezTo>
                <a:cubicBezTo>
                  <a:pt x="198362" y="3347962"/>
                  <a:pt x="200148" y="3386711"/>
                  <a:pt x="203200" y="3425371"/>
                </a:cubicBezTo>
                <a:cubicBezTo>
                  <a:pt x="208002" y="3486195"/>
                  <a:pt x="211971" y="3563566"/>
                  <a:pt x="224972" y="3628571"/>
                </a:cubicBezTo>
                <a:cubicBezTo>
                  <a:pt x="226928" y="3638351"/>
                  <a:pt x="229810" y="3647924"/>
                  <a:pt x="232229" y="3657600"/>
                </a:cubicBezTo>
                <a:cubicBezTo>
                  <a:pt x="234648" y="3713238"/>
                  <a:pt x="234122" y="3769082"/>
                  <a:pt x="239486" y="3824514"/>
                </a:cubicBezTo>
                <a:cubicBezTo>
                  <a:pt x="243113" y="3861991"/>
                  <a:pt x="258888" y="3890815"/>
                  <a:pt x="268515" y="3926114"/>
                </a:cubicBezTo>
                <a:cubicBezTo>
                  <a:pt x="278071" y="3961152"/>
                  <a:pt x="272741" y="3970853"/>
                  <a:pt x="290286" y="4005943"/>
                </a:cubicBezTo>
                <a:cubicBezTo>
                  <a:pt x="308221" y="4041813"/>
                  <a:pt x="301379" y="4024708"/>
                  <a:pt x="312058" y="4056743"/>
                </a:cubicBezTo>
                <a:cubicBezTo>
                  <a:pt x="314477" y="4071257"/>
                  <a:pt x="318451" y="4085597"/>
                  <a:pt x="319315" y="4100286"/>
                </a:cubicBezTo>
                <a:cubicBezTo>
                  <a:pt x="323295" y="4167946"/>
                  <a:pt x="320436" y="4235988"/>
                  <a:pt x="326572" y="4303486"/>
                </a:cubicBezTo>
                <a:cubicBezTo>
                  <a:pt x="327870" y="4317765"/>
                  <a:pt x="349573" y="4354737"/>
                  <a:pt x="355600" y="4368800"/>
                </a:cubicBezTo>
                <a:cubicBezTo>
                  <a:pt x="358613" y="4375831"/>
                  <a:pt x="358922" y="4384012"/>
                  <a:pt x="362858" y="4390571"/>
                </a:cubicBezTo>
                <a:cubicBezTo>
                  <a:pt x="366378" y="4396438"/>
                  <a:pt x="373577" y="4399393"/>
                  <a:pt x="377372" y="4405086"/>
                </a:cubicBezTo>
                <a:cubicBezTo>
                  <a:pt x="402993" y="4443518"/>
                  <a:pt x="376188" y="4428882"/>
                  <a:pt x="413658" y="4441371"/>
                </a:cubicBezTo>
                <a:cubicBezTo>
                  <a:pt x="499774" y="4505961"/>
                  <a:pt x="398975" y="4435140"/>
                  <a:pt x="464458" y="4470400"/>
                </a:cubicBezTo>
                <a:cubicBezTo>
                  <a:pt x="489297" y="4483775"/>
                  <a:pt x="511796" y="4501327"/>
                  <a:pt x="537029" y="4513943"/>
                </a:cubicBezTo>
                <a:cubicBezTo>
                  <a:pt x="546705" y="4518781"/>
                  <a:pt x="556665" y="4523090"/>
                  <a:pt x="566058" y="4528457"/>
                </a:cubicBezTo>
                <a:cubicBezTo>
                  <a:pt x="586709" y="4540258"/>
                  <a:pt x="586119" y="4546314"/>
                  <a:pt x="609600" y="4550228"/>
                </a:cubicBezTo>
                <a:cubicBezTo>
                  <a:pt x="631208" y="4553829"/>
                  <a:pt x="653143" y="4555067"/>
                  <a:pt x="674915" y="4557486"/>
                </a:cubicBezTo>
                <a:cubicBezTo>
                  <a:pt x="689429" y="4562324"/>
                  <a:pt x="703615" y="4568289"/>
                  <a:pt x="718458" y="4572000"/>
                </a:cubicBezTo>
                <a:cubicBezTo>
                  <a:pt x="754907" y="4581112"/>
                  <a:pt x="738024" y="4576103"/>
                  <a:pt x="769258" y="4586514"/>
                </a:cubicBezTo>
                <a:cubicBezTo>
                  <a:pt x="981578" y="4556183"/>
                  <a:pt x="669901" y="4598545"/>
                  <a:pt x="1262743" y="4572000"/>
                </a:cubicBezTo>
                <a:cubicBezTo>
                  <a:pt x="1278027" y="4571316"/>
                  <a:pt x="1291772" y="4562324"/>
                  <a:pt x="1306286" y="4557486"/>
                </a:cubicBezTo>
                <a:lnTo>
                  <a:pt x="1371600" y="4535714"/>
                </a:lnTo>
                <a:lnTo>
                  <a:pt x="1393372" y="4528457"/>
                </a:lnTo>
                <a:lnTo>
                  <a:pt x="1415143" y="4521200"/>
                </a:lnTo>
                <a:cubicBezTo>
                  <a:pt x="1450339" y="4486004"/>
                  <a:pt x="1432786" y="4499762"/>
                  <a:pt x="1465943" y="4477657"/>
                </a:cubicBezTo>
                <a:cubicBezTo>
                  <a:pt x="1484183" y="4422936"/>
                  <a:pt x="1459578" y="4490386"/>
                  <a:pt x="1487715" y="4434114"/>
                </a:cubicBezTo>
                <a:cubicBezTo>
                  <a:pt x="1491136" y="4427272"/>
                  <a:pt x="1491551" y="4419185"/>
                  <a:pt x="1494972" y="4412343"/>
                </a:cubicBezTo>
                <a:cubicBezTo>
                  <a:pt x="1498873" y="4404542"/>
                  <a:pt x="1505585" y="4398372"/>
                  <a:pt x="1509486" y="4390571"/>
                </a:cubicBezTo>
                <a:cubicBezTo>
                  <a:pt x="1512907" y="4383729"/>
                  <a:pt x="1513730" y="4375831"/>
                  <a:pt x="1516743" y="4368800"/>
                </a:cubicBezTo>
                <a:cubicBezTo>
                  <a:pt x="1521005" y="4358856"/>
                  <a:pt x="1526996" y="4349715"/>
                  <a:pt x="1531258" y="4339771"/>
                </a:cubicBezTo>
                <a:cubicBezTo>
                  <a:pt x="1549287" y="4297704"/>
                  <a:pt x="1525134" y="4338072"/>
                  <a:pt x="1553029" y="4296228"/>
                </a:cubicBezTo>
                <a:cubicBezTo>
                  <a:pt x="1555448" y="4247847"/>
                  <a:pt x="1556263" y="4199360"/>
                  <a:pt x="1560286" y="4151086"/>
                </a:cubicBezTo>
                <a:cubicBezTo>
                  <a:pt x="1561114" y="4141146"/>
                  <a:pt x="1565903" y="4131895"/>
                  <a:pt x="1567543" y="4122057"/>
                </a:cubicBezTo>
                <a:cubicBezTo>
                  <a:pt x="1570749" y="4102819"/>
                  <a:pt x="1571311" y="4083188"/>
                  <a:pt x="1574800" y="4064000"/>
                </a:cubicBezTo>
                <a:cubicBezTo>
                  <a:pt x="1576169" y="4056473"/>
                  <a:pt x="1580045" y="4049608"/>
                  <a:pt x="1582058" y="4042228"/>
                </a:cubicBezTo>
                <a:cubicBezTo>
                  <a:pt x="1587307" y="4022983"/>
                  <a:pt x="1596572" y="3984171"/>
                  <a:pt x="1596572" y="3984171"/>
                </a:cubicBezTo>
                <a:cubicBezTo>
                  <a:pt x="1598991" y="3959981"/>
                  <a:pt x="1600814" y="3935723"/>
                  <a:pt x="1603829" y="3911600"/>
                </a:cubicBezTo>
                <a:cubicBezTo>
                  <a:pt x="1605654" y="3896999"/>
                  <a:pt x="1610736" y="3882767"/>
                  <a:pt x="1611086" y="3868057"/>
                </a:cubicBezTo>
                <a:cubicBezTo>
                  <a:pt x="1615578" y="3679409"/>
                  <a:pt x="1613904" y="3490649"/>
                  <a:pt x="1618343" y="3302000"/>
                </a:cubicBezTo>
                <a:cubicBezTo>
                  <a:pt x="1618745" y="3284899"/>
                  <a:pt x="1623711" y="3268201"/>
                  <a:pt x="1625600" y="3251200"/>
                </a:cubicBezTo>
                <a:cubicBezTo>
                  <a:pt x="1644043" y="3085218"/>
                  <a:pt x="1619197" y="3266788"/>
                  <a:pt x="1640115" y="3026228"/>
                </a:cubicBezTo>
                <a:cubicBezTo>
                  <a:pt x="1640778" y="3018607"/>
                  <a:pt x="1644686" y="3011620"/>
                  <a:pt x="1647372" y="3004457"/>
                </a:cubicBezTo>
                <a:cubicBezTo>
                  <a:pt x="1651946" y="2992259"/>
                  <a:pt x="1657048" y="2980266"/>
                  <a:pt x="1661886" y="2968171"/>
                </a:cubicBezTo>
                <a:cubicBezTo>
                  <a:pt x="1664305" y="2953657"/>
                  <a:pt x="1664194" y="2938485"/>
                  <a:pt x="1669143" y="2924628"/>
                </a:cubicBezTo>
                <a:cubicBezTo>
                  <a:pt x="1676420" y="2904252"/>
                  <a:pt x="1691330" y="2887097"/>
                  <a:pt x="1698172" y="2866571"/>
                </a:cubicBezTo>
                <a:cubicBezTo>
                  <a:pt x="1700591" y="2859314"/>
                  <a:pt x="1702008" y="2851642"/>
                  <a:pt x="1705429" y="2844800"/>
                </a:cubicBezTo>
                <a:cubicBezTo>
                  <a:pt x="1709330" y="2836999"/>
                  <a:pt x="1714494" y="2829839"/>
                  <a:pt x="1719943" y="2823028"/>
                </a:cubicBezTo>
                <a:cubicBezTo>
                  <a:pt x="1724217" y="2817685"/>
                  <a:pt x="1730078" y="2813770"/>
                  <a:pt x="1734458" y="2808514"/>
                </a:cubicBezTo>
                <a:cubicBezTo>
                  <a:pt x="1745344" y="2795451"/>
                  <a:pt x="1756157" y="2775911"/>
                  <a:pt x="1770743" y="2764971"/>
                </a:cubicBezTo>
                <a:cubicBezTo>
                  <a:pt x="1784698" y="2754505"/>
                  <a:pt x="1814286" y="2735943"/>
                  <a:pt x="1814286" y="2735943"/>
                </a:cubicBezTo>
                <a:cubicBezTo>
                  <a:pt x="1819124" y="2728686"/>
                  <a:pt x="1823056" y="2720735"/>
                  <a:pt x="1828800" y="2714171"/>
                </a:cubicBezTo>
                <a:cubicBezTo>
                  <a:pt x="1840064" y="2701298"/>
                  <a:pt x="1855598" y="2692119"/>
                  <a:pt x="1865086" y="2677886"/>
                </a:cubicBezTo>
                <a:cubicBezTo>
                  <a:pt x="1869924" y="2670629"/>
                  <a:pt x="1873857" y="2662678"/>
                  <a:pt x="1879600" y="2656114"/>
                </a:cubicBezTo>
                <a:cubicBezTo>
                  <a:pt x="1890864" y="2643241"/>
                  <a:pt x="1906398" y="2634061"/>
                  <a:pt x="1915886" y="2619828"/>
                </a:cubicBezTo>
                <a:cubicBezTo>
                  <a:pt x="1920724" y="2612571"/>
                  <a:pt x="1924724" y="2604679"/>
                  <a:pt x="1930400" y="2598057"/>
                </a:cubicBezTo>
                <a:cubicBezTo>
                  <a:pt x="1939306" y="2587667"/>
                  <a:pt x="1949753" y="2578704"/>
                  <a:pt x="1959429" y="2569028"/>
                </a:cubicBezTo>
                <a:cubicBezTo>
                  <a:pt x="1966686" y="2561771"/>
                  <a:pt x="1975507" y="2555796"/>
                  <a:pt x="1981200" y="2547257"/>
                </a:cubicBezTo>
                <a:cubicBezTo>
                  <a:pt x="1990876" y="2532743"/>
                  <a:pt x="2004713" y="2520263"/>
                  <a:pt x="2010229" y="2503714"/>
                </a:cubicBezTo>
                <a:cubicBezTo>
                  <a:pt x="2027501" y="2451897"/>
                  <a:pt x="2016256" y="2472901"/>
                  <a:pt x="2039258" y="2438400"/>
                </a:cubicBezTo>
                <a:cubicBezTo>
                  <a:pt x="2044096" y="2423886"/>
                  <a:pt x="2050061" y="2409700"/>
                  <a:pt x="2053772" y="2394857"/>
                </a:cubicBezTo>
                <a:cubicBezTo>
                  <a:pt x="2062884" y="2358407"/>
                  <a:pt x="2057875" y="2375290"/>
                  <a:pt x="2068286" y="2344057"/>
                </a:cubicBezTo>
                <a:cubicBezTo>
                  <a:pt x="2074454" y="2263869"/>
                  <a:pt x="2081305" y="2264012"/>
                  <a:pt x="2068286" y="2198914"/>
                </a:cubicBezTo>
                <a:cubicBezTo>
                  <a:pt x="2063882" y="2176896"/>
                  <a:pt x="2037026" y="2126626"/>
                  <a:pt x="2032000" y="2119086"/>
                </a:cubicBezTo>
                <a:cubicBezTo>
                  <a:pt x="2027162" y="2111829"/>
                  <a:pt x="2021387" y="2105115"/>
                  <a:pt x="2017486" y="2097314"/>
                </a:cubicBezTo>
                <a:cubicBezTo>
                  <a:pt x="2014065" y="2090472"/>
                  <a:pt x="2013242" y="2082574"/>
                  <a:pt x="2010229" y="2075543"/>
                </a:cubicBezTo>
                <a:cubicBezTo>
                  <a:pt x="1999178" y="2049758"/>
                  <a:pt x="1995779" y="2046610"/>
                  <a:pt x="1981200" y="2024743"/>
                </a:cubicBezTo>
                <a:cubicBezTo>
                  <a:pt x="1968427" y="1986423"/>
                  <a:pt x="1978185" y="2009333"/>
                  <a:pt x="1944915" y="1959428"/>
                </a:cubicBezTo>
                <a:cubicBezTo>
                  <a:pt x="1940077" y="1952171"/>
                  <a:pt x="1937657" y="1942495"/>
                  <a:pt x="1930400" y="1937657"/>
                </a:cubicBezTo>
                <a:lnTo>
                  <a:pt x="1908629" y="1923143"/>
                </a:lnTo>
                <a:cubicBezTo>
                  <a:pt x="1903791" y="1915886"/>
                  <a:pt x="1900282" y="1907538"/>
                  <a:pt x="1894115" y="1901371"/>
                </a:cubicBezTo>
                <a:cubicBezTo>
                  <a:pt x="1880048" y="1887304"/>
                  <a:pt x="1868278" y="1885502"/>
                  <a:pt x="1850572" y="1879600"/>
                </a:cubicBezTo>
                <a:cubicBezTo>
                  <a:pt x="1848153" y="1867505"/>
                  <a:pt x="1846859" y="1855129"/>
                  <a:pt x="1843315" y="1843314"/>
                </a:cubicBezTo>
                <a:cubicBezTo>
                  <a:pt x="1839572" y="1830836"/>
                  <a:pt x="1833374" y="1819226"/>
                  <a:pt x="1828800" y="1807028"/>
                </a:cubicBezTo>
                <a:cubicBezTo>
                  <a:pt x="1826114" y="1799866"/>
                  <a:pt x="1824157" y="1792446"/>
                  <a:pt x="1821543" y="1785257"/>
                </a:cubicBezTo>
                <a:cubicBezTo>
                  <a:pt x="1814480" y="1765833"/>
                  <a:pt x="1806835" y="1746624"/>
                  <a:pt x="1799772" y="1727200"/>
                </a:cubicBezTo>
                <a:cubicBezTo>
                  <a:pt x="1797158" y="1720011"/>
                  <a:pt x="1796451" y="1711988"/>
                  <a:pt x="1792515" y="1705428"/>
                </a:cubicBezTo>
                <a:cubicBezTo>
                  <a:pt x="1788995" y="1699561"/>
                  <a:pt x="1782838" y="1695752"/>
                  <a:pt x="1778000" y="1690914"/>
                </a:cubicBezTo>
                <a:cubicBezTo>
                  <a:pt x="1763094" y="1646197"/>
                  <a:pt x="1780143" y="1693922"/>
                  <a:pt x="1756229" y="1640114"/>
                </a:cubicBezTo>
                <a:cubicBezTo>
                  <a:pt x="1732559" y="1586856"/>
                  <a:pt x="1752903" y="1620608"/>
                  <a:pt x="1727200" y="1582057"/>
                </a:cubicBezTo>
                <a:cubicBezTo>
                  <a:pt x="1724781" y="1574800"/>
                  <a:pt x="1723364" y="1567128"/>
                  <a:pt x="1719943" y="1560286"/>
                </a:cubicBezTo>
                <a:cubicBezTo>
                  <a:pt x="1716042" y="1552485"/>
                  <a:pt x="1708410" y="1546711"/>
                  <a:pt x="1705429" y="1538514"/>
                </a:cubicBezTo>
                <a:cubicBezTo>
                  <a:pt x="1698612" y="1519767"/>
                  <a:pt x="1690915" y="1480457"/>
                  <a:pt x="1690915" y="1480457"/>
                </a:cubicBezTo>
                <a:cubicBezTo>
                  <a:pt x="1690564" y="1475721"/>
                  <a:pt x="1674582" y="1251818"/>
                  <a:pt x="1669143" y="1197428"/>
                </a:cubicBezTo>
                <a:lnTo>
                  <a:pt x="1661886" y="1124857"/>
                </a:lnTo>
                <a:cubicBezTo>
                  <a:pt x="1661270" y="1110698"/>
                  <a:pt x="1655928" y="927308"/>
                  <a:pt x="1647372" y="878114"/>
                </a:cubicBezTo>
                <a:cubicBezTo>
                  <a:pt x="1642245" y="848634"/>
                  <a:pt x="1632857" y="820057"/>
                  <a:pt x="1625600" y="791028"/>
                </a:cubicBezTo>
                <a:lnTo>
                  <a:pt x="1618343" y="762000"/>
                </a:lnTo>
                <a:cubicBezTo>
                  <a:pt x="1615924" y="737809"/>
                  <a:pt x="1612473" y="713700"/>
                  <a:pt x="1611086" y="689428"/>
                </a:cubicBezTo>
                <a:cubicBezTo>
                  <a:pt x="1607633" y="629002"/>
                  <a:pt x="1607993" y="568381"/>
                  <a:pt x="1603829" y="508000"/>
                </a:cubicBezTo>
                <a:cubicBezTo>
                  <a:pt x="1603143" y="498050"/>
                  <a:pt x="1598662" y="488724"/>
                  <a:pt x="1596572" y="478971"/>
                </a:cubicBezTo>
                <a:cubicBezTo>
                  <a:pt x="1591403" y="454849"/>
                  <a:pt x="1584513" y="430947"/>
                  <a:pt x="1582058" y="406400"/>
                </a:cubicBezTo>
                <a:cubicBezTo>
                  <a:pt x="1577775" y="363575"/>
                  <a:pt x="1574058" y="302573"/>
                  <a:pt x="1560286" y="261257"/>
                </a:cubicBezTo>
                <a:cubicBezTo>
                  <a:pt x="1555448" y="246743"/>
                  <a:pt x="1554259" y="230444"/>
                  <a:pt x="1545772" y="217714"/>
                </a:cubicBezTo>
                <a:cubicBezTo>
                  <a:pt x="1493764" y="139703"/>
                  <a:pt x="1540328" y="197453"/>
                  <a:pt x="1494972" y="159657"/>
                </a:cubicBezTo>
                <a:cubicBezTo>
                  <a:pt x="1487088" y="153087"/>
                  <a:pt x="1481301" y="144187"/>
                  <a:pt x="1473200" y="137886"/>
                </a:cubicBezTo>
                <a:cubicBezTo>
                  <a:pt x="1459431" y="127176"/>
                  <a:pt x="1441993" y="121192"/>
                  <a:pt x="1429658" y="108857"/>
                </a:cubicBezTo>
                <a:cubicBezTo>
                  <a:pt x="1359789" y="38988"/>
                  <a:pt x="1434114" y="109517"/>
                  <a:pt x="1378858" y="65314"/>
                </a:cubicBezTo>
                <a:cubicBezTo>
                  <a:pt x="1373515" y="61040"/>
                  <a:pt x="1369686" y="55074"/>
                  <a:pt x="1364343" y="50800"/>
                </a:cubicBezTo>
                <a:cubicBezTo>
                  <a:pt x="1357532" y="45352"/>
                  <a:pt x="1349383" y="41735"/>
                  <a:pt x="1342572" y="36286"/>
                </a:cubicBezTo>
                <a:cubicBezTo>
                  <a:pt x="1337229" y="32012"/>
                  <a:pt x="1333925" y="25291"/>
                  <a:pt x="1328058" y="21771"/>
                </a:cubicBezTo>
                <a:cubicBezTo>
                  <a:pt x="1321498" y="17835"/>
                  <a:pt x="1313707" y="16369"/>
                  <a:pt x="1306286" y="14514"/>
                </a:cubicBezTo>
                <a:cubicBezTo>
                  <a:pt x="1256188" y="1990"/>
                  <a:pt x="1228678" y="4305"/>
                  <a:pt x="1168400" y="0"/>
                </a:cubicBezTo>
                <a:lnTo>
                  <a:pt x="928915" y="7257"/>
                </a:lnTo>
                <a:cubicBezTo>
                  <a:pt x="900143" y="8696"/>
                  <a:pt x="870198" y="16613"/>
                  <a:pt x="841829" y="21771"/>
                </a:cubicBezTo>
                <a:cubicBezTo>
                  <a:pt x="827352" y="24403"/>
                  <a:pt x="812763" y="26396"/>
                  <a:pt x="798286" y="29028"/>
                </a:cubicBezTo>
                <a:cubicBezTo>
                  <a:pt x="786150" y="31235"/>
                  <a:pt x="774167" y="34258"/>
                  <a:pt x="762000" y="36286"/>
                </a:cubicBezTo>
                <a:cubicBezTo>
                  <a:pt x="674317" y="50900"/>
                  <a:pt x="658173" y="45752"/>
                  <a:pt x="537029" y="50800"/>
                </a:cubicBezTo>
                <a:cubicBezTo>
                  <a:pt x="519389" y="56680"/>
                  <a:pt x="457200" y="70197"/>
                  <a:pt x="457200" y="101600"/>
                </a:cubicBezTo>
                <a:lnTo>
                  <a:pt x="428172" y="130628"/>
                </a:lnTo>
                <a:close/>
              </a:path>
            </a:pathLst>
          </a:custGeom>
          <a:solidFill>
            <a:schemeClr val="accent5">
              <a:alpha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7B8981-5309-E7B6-CDA0-0F193D6259CB}"/>
              </a:ext>
            </a:extLst>
          </p:cNvPr>
          <p:cNvSpPr/>
          <p:nvPr/>
        </p:nvSpPr>
        <p:spPr>
          <a:xfrm>
            <a:off x="2419792" y="33419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40244C-80E9-35FC-4731-B48F51A228EF}"/>
              </a:ext>
            </a:extLst>
          </p:cNvPr>
          <p:cNvSpPr/>
          <p:nvPr/>
        </p:nvSpPr>
        <p:spPr>
          <a:xfrm>
            <a:off x="2962887" y="33419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3728CF-0106-15B9-0B4C-0695A771E573}"/>
              </a:ext>
            </a:extLst>
          </p:cNvPr>
          <p:cNvSpPr/>
          <p:nvPr/>
        </p:nvSpPr>
        <p:spPr>
          <a:xfrm>
            <a:off x="3287486" y="298631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0B4836-17DD-D1A3-3F5E-576E99BF1053}"/>
              </a:ext>
            </a:extLst>
          </p:cNvPr>
          <p:cNvSpPr/>
          <p:nvPr/>
        </p:nvSpPr>
        <p:spPr>
          <a:xfrm>
            <a:off x="3632201" y="2608941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D10A3B-053B-ED29-516E-2E249B7494DF}"/>
              </a:ext>
            </a:extLst>
          </p:cNvPr>
          <p:cNvSpPr/>
          <p:nvPr/>
        </p:nvSpPr>
        <p:spPr>
          <a:xfrm>
            <a:off x="3976916" y="223156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40318D-A27D-86D1-EC24-4A2093218E73}"/>
              </a:ext>
            </a:extLst>
          </p:cNvPr>
          <p:cNvSpPr/>
          <p:nvPr/>
        </p:nvSpPr>
        <p:spPr>
          <a:xfrm>
            <a:off x="3287486" y="375556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3C7779-A0E4-65B1-8059-7268EF048279}"/>
              </a:ext>
            </a:extLst>
          </p:cNvPr>
          <p:cNvSpPr/>
          <p:nvPr/>
        </p:nvSpPr>
        <p:spPr>
          <a:xfrm>
            <a:off x="3605144" y="33419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EA7B3F-88ED-2BBD-8076-712D4F410BDE}"/>
              </a:ext>
            </a:extLst>
          </p:cNvPr>
          <p:cNvSpPr/>
          <p:nvPr/>
        </p:nvSpPr>
        <p:spPr>
          <a:xfrm>
            <a:off x="3976916" y="288471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32ABD0-E61E-DE77-0868-9BE88E945D9A}"/>
              </a:ext>
            </a:extLst>
          </p:cNvPr>
          <p:cNvSpPr/>
          <p:nvPr/>
        </p:nvSpPr>
        <p:spPr>
          <a:xfrm>
            <a:off x="4321630" y="262345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ECFDDF-A8ED-3822-80CB-84BA9E059C07}"/>
              </a:ext>
            </a:extLst>
          </p:cNvPr>
          <p:cNvSpPr/>
          <p:nvPr/>
        </p:nvSpPr>
        <p:spPr>
          <a:xfrm>
            <a:off x="3632201" y="411479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98767E-A7B1-45D5-38EC-DACBAE4F8CD0}"/>
              </a:ext>
            </a:extLst>
          </p:cNvPr>
          <p:cNvSpPr/>
          <p:nvPr/>
        </p:nvSpPr>
        <p:spPr>
          <a:xfrm>
            <a:off x="3976916" y="37374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A20A95-9D62-F372-DFFC-C6CAFF86B27A}"/>
              </a:ext>
            </a:extLst>
          </p:cNvPr>
          <p:cNvSpPr/>
          <p:nvPr/>
        </p:nvSpPr>
        <p:spPr>
          <a:xfrm>
            <a:off x="4354282" y="33419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2BDF83-B0B9-DA34-DAA0-330D2E2DC550}"/>
              </a:ext>
            </a:extLst>
          </p:cNvPr>
          <p:cNvSpPr/>
          <p:nvPr/>
        </p:nvSpPr>
        <p:spPr>
          <a:xfrm>
            <a:off x="4713515" y="298268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1DF6A7-F885-4B4B-FBC1-65A7CF4F17B8}"/>
              </a:ext>
            </a:extLst>
          </p:cNvPr>
          <p:cNvSpPr/>
          <p:nvPr/>
        </p:nvSpPr>
        <p:spPr>
          <a:xfrm>
            <a:off x="3976916" y="44740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B8E7F28-46E0-808C-87FE-98DC8D6ED648}"/>
              </a:ext>
            </a:extLst>
          </p:cNvPr>
          <p:cNvSpPr/>
          <p:nvPr/>
        </p:nvSpPr>
        <p:spPr>
          <a:xfrm>
            <a:off x="4321630" y="409665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8D3BF3-4C64-0A6E-6CCF-7E5238599C21}"/>
              </a:ext>
            </a:extLst>
          </p:cNvPr>
          <p:cNvSpPr/>
          <p:nvPr/>
        </p:nvSpPr>
        <p:spPr>
          <a:xfrm>
            <a:off x="4713515" y="371928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070315-34B8-1386-77D4-E2DB1BFCFA5B}"/>
              </a:ext>
            </a:extLst>
          </p:cNvPr>
          <p:cNvSpPr/>
          <p:nvPr/>
        </p:nvSpPr>
        <p:spPr>
          <a:xfrm>
            <a:off x="5007426" y="33419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4566C8-F4D2-E3D6-6689-BCFCE2A5D4CD}"/>
              </a:ext>
            </a:extLst>
          </p:cNvPr>
          <p:cNvSpPr/>
          <p:nvPr/>
        </p:nvSpPr>
        <p:spPr>
          <a:xfrm>
            <a:off x="5914574" y="126818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42A745-6F75-2878-A9F3-C2C98907C8CB}"/>
              </a:ext>
            </a:extLst>
          </p:cNvPr>
          <p:cNvSpPr/>
          <p:nvPr/>
        </p:nvSpPr>
        <p:spPr>
          <a:xfrm>
            <a:off x="5914574" y="185678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C6F4C6-049B-CF0A-8865-90AE9DCA9FB9}"/>
              </a:ext>
            </a:extLst>
          </p:cNvPr>
          <p:cNvSpPr/>
          <p:nvPr/>
        </p:nvSpPr>
        <p:spPr>
          <a:xfrm>
            <a:off x="5914574" y="244539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A78A39-A747-E81B-9514-9C17E7A83233}"/>
              </a:ext>
            </a:extLst>
          </p:cNvPr>
          <p:cNvSpPr/>
          <p:nvPr/>
        </p:nvSpPr>
        <p:spPr>
          <a:xfrm>
            <a:off x="5914574" y="303400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F39C82F-8E24-02D6-636D-E4E2B1D37E43}"/>
              </a:ext>
            </a:extLst>
          </p:cNvPr>
          <p:cNvSpPr/>
          <p:nvPr/>
        </p:nvSpPr>
        <p:spPr>
          <a:xfrm>
            <a:off x="5936345" y="362261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A211C6-C33B-6DFC-ED3A-EDE42D7DA38A}"/>
              </a:ext>
            </a:extLst>
          </p:cNvPr>
          <p:cNvSpPr/>
          <p:nvPr/>
        </p:nvSpPr>
        <p:spPr>
          <a:xfrm>
            <a:off x="5936345" y="421121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230D9B-B2FB-6D05-1A68-DDA25078565A}"/>
              </a:ext>
            </a:extLst>
          </p:cNvPr>
          <p:cNvSpPr/>
          <p:nvPr/>
        </p:nvSpPr>
        <p:spPr>
          <a:xfrm>
            <a:off x="5936345" y="479982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D21541-ECD6-6982-916C-6A895BB3B8D6}"/>
              </a:ext>
            </a:extLst>
          </p:cNvPr>
          <p:cNvSpPr/>
          <p:nvPr/>
        </p:nvSpPr>
        <p:spPr>
          <a:xfrm>
            <a:off x="5936345" y="538842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C9BEC07-ACBD-19DC-E338-30AA193FA3B4}"/>
              </a:ext>
            </a:extLst>
          </p:cNvPr>
          <p:cNvSpPr/>
          <p:nvPr/>
        </p:nvSpPr>
        <p:spPr>
          <a:xfrm>
            <a:off x="6567718" y="126818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9A36B5-10B1-E039-E5C1-B6CD0B98A09C}"/>
              </a:ext>
            </a:extLst>
          </p:cNvPr>
          <p:cNvSpPr/>
          <p:nvPr/>
        </p:nvSpPr>
        <p:spPr>
          <a:xfrm>
            <a:off x="6567718" y="1856791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1DAA53-89D7-E681-0E1A-F96F7C4D61F7}"/>
              </a:ext>
            </a:extLst>
          </p:cNvPr>
          <p:cNvSpPr/>
          <p:nvPr/>
        </p:nvSpPr>
        <p:spPr>
          <a:xfrm>
            <a:off x="6567718" y="244539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BAD9FFA-5B1F-6E0A-F745-70BB52D2EEB1}"/>
              </a:ext>
            </a:extLst>
          </p:cNvPr>
          <p:cNvSpPr/>
          <p:nvPr/>
        </p:nvSpPr>
        <p:spPr>
          <a:xfrm>
            <a:off x="6567718" y="303400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C2F753A-438F-A686-58CC-C9BA1C06B13A}"/>
              </a:ext>
            </a:extLst>
          </p:cNvPr>
          <p:cNvSpPr/>
          <p:nvPr/>
        </p:nvSpPr>
        <p:spPr>
          <a:xfrm>
            <a:off x="6589489" y="3622612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D201095-95FF-C084-A47E-9433EC4D8D89}"/>
              </a:ext>
            </a:extLst>
          </p:cNvPr>
          <p:cNvSpPr/>
          <p:nvPr/>
        </p:nvSpPr>
        <p:spPr>
          <a:xfrm>
            <a:off x="6589489" y="421121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A9CD006-2B1D-345F-8E97-B92FF21C9F2A}"/>
              </a:ext>
            </a:extLst>
          </p:cNvPr>
          <p:cNvSpPr/>
          <p:nvPr/>
        </p:nvSpPr>
        <p:spPr>
          <a:xfrm>
            <a:off x="6589489" y="479982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1934BA4-2F0F-E50A-3D6B-427861A7F3BE}"/>
              </a:ext>
            </a:extLst>
          </p:cNvPr>
          <p:cNvSpPr/>
          <p:nvPr/>
        </p:nvSpPr>
        <p:spPr>
          <a:xfrm>
            <a:off x="6589489" y="538843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F2FB19-D50B-B7E2-C58E-518166507221}"/>
              </a:ext>
            </a:extLst>
          </p:cNvPr>
          <p:cNvSpPr/>
          <p:nvPr/>
        </p:nvSpPr>
        <p:spPr>
          <a:xfrm>
            <a:off x="5511801" y="335046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6A696E1-F835-E37D-465F-A0936AAF07C9}"/>
              </a:ext>
            </a:extLst>
          </p:cNvPr>
          <p:cNvSpPr/>
          <p:nvPr/>
        </p:nvSpPr>
        <p:spPr>
          <a:xfrm>
            <a:off x="7148293" y="335046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85B1577A-4CDB-7996-66E4-3F1F3C28F982}"/>
              </a:ext>
            </a:extLst>
          </p:cNvPr>
          <p:cNvCxnSpPr>
            <a:stCxn id="4" idx="7"/>
            <a:endCxn id="5" idx="1"/>
          </p:cNvCxnSpPr>
          <p:nvPr/>
        </p:nvCxnSpPr>
        <p:spPr>
          <a:xfrm rot="5400000" flipH="1" flipV="1">
            <a:off x="2805639" y="3184665"/>
            <a:ext cx="12700" cy="381451"/>
          </a:xfrm>
          <a:prstGeom prst="curvedConnector3">
            <a:avLst>
              <a:gd name="adj1" fmla="val 81995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430964A0-57F4-3A0A-E4BE-24FEF842C1F6}"/>
              </a:ext>
            </a:extLst>
          </p:cNvPr>
          <p:cNvCxnSpPr>
            <a:cxnSpLocks/>
            <a:stCxn id="5" idx="7"/>
            <a:endCxn id="10" idx="1"/>
          </p:cNvCxnSpPr>
          <p:nvPr/>
        </p:nvCxnSpPr>
        <p:spPr>
          <a:xfrm rot="5400000" flipH="1" flipV="1">
            <a:off x="3398315" y="3135084"/>
            <a:ext cx="12700" cy="480613"/>
          </a:xfrm>
          <a:prstGeom prst="curvedConnector3">
            <a:avLst>
              <a:gd name="adj1" fmla="val 55812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8D18B2DC-FEFF-580F-7683-4B839AB1F733}"/>
              </a:ext>
            </a:extLst>
          </p:cNvPr>
          <p:cNvCxnSpPr>
            <a:cxnSpLocks/>
            <a:stCxn id="10" idx="7"/>
            <a:endCxn id="15" idx="1"/>
          </p:cNvCxnSpPr>
          <p:nvPr/>
        </p:nvCxnSpPr>
        <p:spPr>
          <a:xfrm rot="5400000" flipH="1" flipV="1">
            <a:off x="4094013" y="3081643"/>
            <a:ext cx="12700" cy="587494"/>
          </a:xfrm>
          <a:prstGeom prst="curvedConnector3">
            <a:avLst>
              <a:gd name="adj1" fmla="val 63503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C8CAD536-3F22-89B8-1F50-ECB7E7C02BFA}"/>
              </a:ext>
            </a:extLst>
          </p:cNvPr>
          <p:cNvCxnSpPr>
            <a:cxnSpLocks/>
            <a:stCxn id="20" idx="7"/>
            <a:endCxn id="37" idx="1"/>
          </p:cNvCxnSpPr>
          <p:nvPr/>
        </p:nvCxnSpPr>
        <p:spPr>
          <a:xfrm rot="16200000" flipH="1">
            <a:off x="5369636" y="3208302"/>
            <a:ext cx="8554" cy="342731"/>
          </a:xfrm>
          <a:prstGeom prst="curvedConnector3">
            <a:avLst>
              <a:gd name="adj1" fmla="val -77312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9AE985BD-36D1-8DED-AC24-EC4E9E2960C7}"/>
              </a:ext>
            </a:extLst>
          </p:cNvPr>
          <p:cNvCxnSpPr>
            <a:cxnSpLocks/>
            <a:stCxn id="23" idx="7"/>
            <a:endCxn id="31" idx="1"/>
          </p:cNvCxnSpPr>
          <p:nvPr/>
        </p:nvCxnSpPr>
        <p:spPr>
          <a:xfrm rot="16200000" flipH="1">
            <a:off x="6355445" y="2233125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E4747438-4B5D-8BF0-E0AD-F1444D0ADEE2}"/>
              </a:ext>
            </a:extLst>
          </p:cNvPr>
          <p:cNvCxnSpPr>
            <a:cxnSpLocks/>
            <a:stCxn id="22" idx="7"/>
            <a:endCxn id="30" idx="1"/>
          </p:cNvCxnSpPr>
          <p:nvPr/>
        </p:nvCxnSpPr>
        <p:spPr>
          <a:xfrm rot="16200000" flipH="1">
            <a:off x="6355445" y="1644518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80B2FB8A-610E-6991-5E66-02B8F63785FE}"/>
              </a:ext>
            </a:extLst>
          </p:cNvPr>
          <p:cNvCxnSpPr>
            <a:cxnSpLocks/>
            <a:stCxn id="21" idx="7"/>
            <a:endCxn id="29" idx="1"/>
          </p:cNvCxnSpPr>
          <p:nvPr/>
        </p:nvCxnSpPr>
        <p:spPr>
          <a:xfrm rot="16200000" flipH="1">
            <a:off x="6355445" y="1055911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2280731D-EFC7-3A66-3279-49BCB25C85BC}"/>
              </a:ext>
            </a:extLst>
          </p:cNvPr>
          <p:cNvCxnSpPr>
            <a:cxnSpLocks/>
            <a:stCxn id="26" idx="7"/>
            <a:endCxn id="34" idx="1"/>
          </p:cNvCxnSpPr>
          <p:nvPr/>
        </p:nvCxnSpPr>
        <p:spPr>
          <a:xfrm rot="16200000" flipH="1">
            <a:off x="6377216" y="3998946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FD422896-7675-B555-3A81-7B5B8CD6D8CF}"/>
              </a:ext>
            </a:extLst>
          </p:cNvPr>
          <p:cNvCxnSpPr>
            <a:cxnSpLocks/>
            <a:stCxn id="25" idx="7"/>
            <a:endCxn id="33" idx="1"/>
          </p:cNvCxnSpPr>
          <p:nvPr/>
        </p:nvCxnSpPr>
        <p:spPr>
          <a:xfrm rot="16200000" flipH="1">
            <a:off x="6377216" y="3410339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11424A20-A4D9-D7B7-0277-26387DAC6B2F}"/>
              </a:ext>
            </a:extLst>
          </p:cNvPr>
          <p:cNvCxnSpPr>
            <a:cxnSpLocks/>
            <a:stCxn id="24" idx="7"/>
            <a:endCxn id="32" idx="1"/>
          </p:cNvCxnSpPr>
          <p:nvPr/>
        </p:nvCxnSpPr>
        <p:spPr>
          <a:xfrm rot="16200000" flipH="1">
            <a:off x="6355445" y="2821732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B4208AA6-56F5-ABF6-4DCE-C00D7D5C1DEB}"/>
              </a:ext>
            </a:extLst>
          </p:cNvPr>
          <p:cNvCxnSpPr>
            <a:cxnSpLocks/>
            <a:stCxn id="36" idx="3"/>
            <a:endCxn id="28" idx="5"/>
          </p:cNvCxnSpPr>
          <p:nvPr/>
        </p:nvCxnSpPr>
        <p:spPr>
          <a:xfrm rot="5400000" flipH="1">
            <a:off x="6377216" y="5337801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AF3C0ED9-0CFC-450F-7608-8063EAC2C255}"/>
              </a:ext>
            </a:extLst>
          </p:cNvPr>
          <p:cNvCxnSpPr>
            <a:cxnSpLocks/>
            <a:stCxn id="28" idx="7"/>
            <a:endCxn id="36" idx="1"/>
          </p:cNvCxnSpPr>
          <p:nvPr/>
        </p:nvCxnSpPr>
        <p:spPr>
          <a:xfrm rot="16200000" flipH="1">
            <a:off x="6377216" y="5176157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2E2F9853-9BAB-CD68-F578-EFD1F31CA327}"/>
              </a:ext>
            </a:extLst>
          </p:cNvPr>
          <p:cNvCxnSpPr>
            <a:cxnSpLocks/>
            <a:stCxn id="27" idx="7"/>
            <a:endCxn id="35" idx="1"/>
          </p:cNvCxnSpPr>
          <p:nvPr/>
        </p:nvCxnSpPr>
        <p:spPr>
          <a:xfrm rot="16200000" flipH="1">
            <a:off x="6377216" y="4587553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6E25D6EC-22ED-9ECD-893A-3EAFBAFB28EF}"/>
              </a:ext>
            </a:extLst>
          </p:cNvPr>
          <p:cNvCxnSpPr>
            <a:cxnSpLocks/>
            <a:stCxn id="35" idx="3"/>
            <a:endCxn id="27" idx="5"/>
          </p:cNvCxnSpPr>
          <p:nvPr/>
        </p:nvCxnSpPr>
        <p:spPr>
          <a:xfrm rot="5400000" flipH="1">
            <a:off x="6377216" y="4749197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Curved Connector 87">
            <a:extLst>
              <a:ext uri="{FF2B5EF4-FFF2-40B4-BE49-F238E27FC236}">
                <a16:creationId xmlns:a16="http://schemas.microsoft.com/office/drawing/2014/main" id="{75115CB5-A8FF-A274-59BD-6E844BDA0172}"/>
              </a:ext>
            </a:extLst>
          </p:cNvPr>
          <p:cNvCxnSpPr>
            <a:cxnSpLocks/>
            <a:stCxn id="34" idx="3"/>
            <a:endCxn id="26" idx="5"/>
          </p:cNvCxnSpPr>
          <p:nvPr/>
        </p:nvCxnSpPr>
        <p:spPr>
          <a:xfrm rot="5400000" flipH="1">
            <a:off x="6377216" y="4160590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urved Connector 88">
            <a:extLst>
              <a:ext uri="{FF2B5EF4-FFF2-40B4-BE49-F238E27FC236}">
                <a16:creationId xmlns:a16="http://schemas.microsoft.com/office/drawing/2014/main" id="{2FC7CB6C-C09A-74CF-47E5-D4DC66B49593}"/>
              </a:ext>
            </a:extLst>
          </p:cNvPr>
          <p:cNvCxnSpPr>
            <a:cxnSpLocks/>
            <a:stCxn id="33" idx="3"/>
            <a:endCxn id="25" idx="5"/>
          </p:cNvCxnSpPr>
          <p:nvPr/>
        </p:nvCxnSpPr>
        <p:spPr>
          <a:xfrm rot="5400000" flipH="1">
            <a:off x="6377216" y="3571983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Curved Connector 90">
            <a:extLst>
              <a:ext uri="{FF2B5EF4-FFF2-40B4-BE49-F238E27FC236}">
                <a16:creationId xmlns:a16="http://schemas.microsoft.com/office/drawing/2014/main" id="{C8060A8D-0DBE-0620-D9F4-1F2D341DA29C}"/>
              </a:ext>
            </a:extLst>
          </p:cNvPr>
          <p:cNvCxnSpPr>
            <a:cxnSpLocks/>
            <a:stCxn id="31" idx="3"/>
            <a:endCxn id="23" idx="5"/>
          </p:cNvCxnSpPr>
          <p:nvPr/>
        </p:nvCxnSpPr>
        <p:spPr>
          <a:xfrm rot="5400000" flipH="1">
            <a:off x="6355445" y="2394769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Curved Connector 96">
            <a:extLst>
              <a:ext uri="{FF2B5EF4-FFF2-40B4-BE49-F238E27FC236}">
                <a16:creationId xmlns:a16="http://schemas.microsoft.com/office/drawing/2014/main" id="{E064D16B-67DF-C7D4-6EE4-6E7BEF74883A}"/>
              </a:ext>
            </a:extLst>
          </p:cNvPr>
          <p:cNvCxnSpPr>
            <a:cxnSpLocks/>
            <a:stCxn id="32" idx="3"/>
            <a:endCxn id="24" idx="5"/>
          </p:cNvCxnSpPr>
          <p:nvPr/>
        </p:nvCxnSpPr>
        <p:spPr>
          <a:xfrm rot="5400000" flipH="1">
            <a:off x="6355445" y="2983376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DFADF1AF-71B7-C1E0-8ABF-93CD8C08DAC7}"/>
              </a:ext>
            </a:extLst>
          </p:cNvPr>
          <p:cNvCxnSpPr>
            <a:cxnSpLocks/>
            <a:stCxn id="29" idx="3"/>
            <a:endCxn id="21" idx="5"/>
          </p:cNvCxnSpPr>
          <p:nvPr/>
        </p:nvCxnSpPr>
        <p:spPr>
          <a:xfrm rot="5400000" flipH="1">
            <a:off x="6355445" y="1217555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B79AA6E7-234E-ED53-3EC4-9FA8E16B83AE}"/>
              </a:ext>
            </a:extLst>
          </p:cNvPr>
          <p:cNvCxnSpPr>
            <a:cxnSpLocks/>
            <a:stCxn id="30" idx="3"/>
            <a:endCxn id="22" idx="5"/>
          </p:cNvCxnSpPr>
          <p:nvPr/>
        </p:nvCxnSpPr>
        <p:spPr>
          <a:xfrm rot="5400000" flipH="1">
            <a:off x="6355445" y="1806162"/>
            <a:ext cx="2" cy="491500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Curved Connector 122">
            <a:extLst>
              <a:ext uri="{FF2B5EF4-FFF2-40B4-BE49-F238E27FC236}">
                <a16:creationId xmlns:a16="http://schemas.microsoft.com/office/drawing/2014/main" id="{F8BB742B-75D5-95CE-DA10-081CC997F04D}"/>
              </a:ext>
            </a:extLst>
          </p:cNvPr>
          <p:cNvCxnSpPr>
            <a:cxnSpLocks/>
            <a:stCxn id="29" idx="5"/>
            <a:endCxn id="30" idx="7"/>
          </p:cNvCxnSpPr>
          <p:nvPr/>
        </p:nvCxnSpPr>
        <p:spPr>
          <a:xfrm rot="5400000">
            <a:off x="6549359" y="1676787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574A9A2F-8499-EB8F-7149-2A81AD253E8C}"/>
              </a:ext>
            </a:extLst>
          </p:cNvPr>
          <p:cNvCxnSpPr>
            <a:cxnSpLocks/>
            <a:stCxn id="30" idx="5"/>
            <a:endCxn id="31" idx="7"/>
          </p:cNvCxnSpPr>
          <p:nvPr/>
        </p:nvCxnSpPr>
        <p:spPr>
          <a:xfrm rot="5400000">
            <a:off x="6549359" y="2265394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Curved Connector 128">
            <a:extLst>
              <a:ext uri="{FF2B5EF4-FFF2-40B4-BE49-F238E27FC236}">
                <a16:creationId xmlns:a16="http://schemas.microsoft.com/office/drawing/2014/main" id="{A653BA03-EBFC-BD7D-DAA5-1F3BCA3A5C41}"/>
              </a:ext>
            </a:extLst>
          </p:cNvPr>
          <p:cNvCxnSpPr>
            <a:cxnSpLocks/>
            <a:stCxn id="31" idx="5"/>
            <a:endCxn id="32" idx="7"/>
          </p:cNvCxnSpPr>
          <p:nvPr/>
        </p:nvCxnSpPr>
        <p:spPr>
          <a:xfrm rot="5400000">
            <a:off x="6549359" y="2854001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1F57CCB0-2899-03C7-1DAE-B2BE5A9B5419}"/>
              </a:ext>
            </a:extLst>
          </p:cNvPr>
          <p:cNvCxnSpPr>
            <a:cxnSpLocks/>
            <a:stCxn id="32" idx="5"/>
            <a:endCxn id="33" idx="7"/>
          </p:cNvCxnSpPr>
          <p:nvPr/>
        </p:nvCxnSpPr>
        <p:spPr>
          <a:xfrm rot="16200000" flipH="1">
            <a:off x="6560244" y="3431722"/>
            <a:ext cx="426963" cy="217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Curved Connector 134">
            <a:extLst>
              <a:ext uri="{FF2B5EF4-FFF2-40B4-BE49-F238E27FC236}">
                <a16:creationId xmlns:a16="http://schemas.microsoft.com/office/drawing/2014/main" id="{56B46FED-14EB-4671-E768-2069949088B4}"/>
              </a:ext>
            </a:extLst>
          </p:cNvPr>
          <p:cNvCxnSpPr>
            <a:cxnSpLocks/>
            <a:stCxn id="34" idx="7"/>
            <a:endCxn id="33" idx="5"/>
          </p:cNvCxnSpPr>
          <p:nvPr/>
        </p:nvCxnSpPr>
        <p:spPr>
          <a:xfrm rot="5400000" flipH="1" flipV="1">
            <a:off x="6571130" y="4031216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F5B5B4AF-EBDE-2A2F-37EC-99D1854808EA}"/>
              </a:ext>
            </a:extLst>
          </p:cNvPr>
          <p:cNvCxnSpPr>
            <a:cxnSpLocks/>
            <a:stCxn id="35" idx="7"/>
            <a:endCxn id="34" idx="5"/>
          </p:cNvCxnSpPr>
          <p:nvPr/>
        </p:nvCxnSpPr>
        <p:spPr>
          <a:xfrm rot="5400000" flipH="1" flipV="1">
            <a:off x="6571130" y="4619823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Curved Connector 140">
            <a:extLst>
              <a:ext uri="{FF2B5EF4-FFF2-40B4-BE49-F238E27FC236}">
                <a16:creationId xmlns:a16="http://schemas.microsoft.com/office/drawing/2014/main" id="{49909B9F-E746-7F35-FD42-00FC9FDA3E0F}"/>
              </a:ext>
            </a:extLst>
          </p:cNvPr>
          <p:cNvCxnSpPr>
            <a:cxnSpLocks/>
            <a:stCxn id="36" idx="7"/>
            <a:endCxn id="35" idx="5"/>
          </p:cNvCxnSpPr>
          <p:nvPr/>
        </p:nvCxnSpPr>
        <p:spPr>
          <a:xfrm rot="5400000" flipH="1" flipV="1">
            <a:off x="6571131" y="5208428"/>
            <a:ext cx="426960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Curved Connector 143">
            <a:extLst>
              <a:ext uri="{FF2B5EF4-FFF2-40B4-BE49-F238E27FC236}">
                <a16:creationId xmlns:a16="http://schemas.microsoft.com/office/drawing/2014/main" id="{E21EA0D4-2C7B-0107-26A8-09707B4AEC15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rot="5400000" flipH="1" flipV="1">
            <a:off x="5756343" y="5208426"/>
            <a:ext cx="426960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Curved Connector 146">
            <a:extLst>
              <a:ext uri="{FF2B5EF4-FFF2-40B4-BE49-F238E27FC236}">
                <a16:creationId xmlns:a16="http://schemas.microsoft.com/office/drawing/2014/main" id="{35D5565C-9EE6-6369-E278-C2AAA7BAE049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rot="5400000" flipH="1" flipV="1">
            <a:off x="5756342" y="4619821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Curved Connector 149">
            <a:extLst>
              <a:ext uri="{FF2B5EF4-FFF2-40B4-BE49-F238E27FC236}">
                <a16:creationId xmlns:a16="http://schemas.microsoft.com/office/drawing/2014/main" id="{18D8E2A7-1834-39CE-FDC8-5C1BD1A88219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rot="5400000" flipH="1" flipV="1">
            <a:off x="5756342" y="4031214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Curved Connector 152">
            <a:extLst>
              <a:ext uri="{FF2B5EF4-FFF2-40B4-BE49-F238E27FC236}">
                <a16:creationId xmlns:a16="http://schemas.microsoft.com/office/drawing/2014/main" id="{A802E0A1-03FD-D988-1D67-86546C568979}"/>
              </a:ext>
            </a:extLst>
          </p:cNvPr>
          <p:cNvCxnSpPr>
            <a:cxnSpLocks/>
            <a:stCxn id="37" idx="5"/>
            <a:endCxn id="25" idx="2"/>
          </p:cNvCxnSpPr>
          <p:nvPr/>
        </p:nvCxnSpPr>
        <p:spPr>
          <a:xfrm rot="16200000" flipH="1">
            <a:off x="5725973" y="3526538"/>
            <a:ext cx="191322" cy="229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Curved Connector 155">
            <a:extLst>
              <a:ext uri="{FF2B5EF4-FFF2-40B4-BE49-F238E27FC236}">
                <a16:creationId xmlns:a16="http://schemas.microsoft.com/office/drawing/2014/main" id="{20B88F48-A987-17B4-A021-1288D84C5B1B}"/>
              </a:ext>
            </a:extLst>
          </p:cNvPr>
          <p:cNvCxnSpPr>
            <a:cxnSpLocks/>
            <a:stCxn id="37" idx="7"/>
            <a:endCxn id="24" idx="2"/>
          </p:cNvCxnSpPr>
          <p:nvPr/>
        </p:nvCxnSpPr>
        <p:spPr>
          <a:xfrm rot="5400000" flipH="1" flipV="1">
            <a:off x="5692928" y="3162299"/>
            <a:ext cx="235641" cy="2076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" name="Curved Connector 158">
            <a:extLst>
              <a:ext uri="{FF2B5EF4-FFF2-40B4-BE49-F238E27FC236}">
                <a16:creationId xmlns:a16="http://schemas.microsoft.com/office/drawing/2014/main" id="{C5315E58-99EE-91A1-8DDC-D128CFE2FEA7}"/>
              </a:ext>
            </a:extLst>
          </p:cNvPr>
          <p:cNvCxnSpPr>
            <a:cxnSpLocks/>
            <a:stCxn id="25" idx="1"/>
            <a:endCxn id="24" idx="4"/>
          </p:cNvCxnSpPr>
          <p:nvPr/>
        </p:nvCxnSpPr>
        <p:spPr>
          <a:xfrm rot="5400000" flipH="1" flipV="1">
            <a:off x="5802606" y="3429821"/>
            <a:ext cx="393485" cy="590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3" name="Curved Connector 162">
            <a:extLst>
              <a:ext uri="{FF2B5EF4-FFF2-40B4-BE49-F238E27FC236}">
                <a16:creationId xmlns:a16="http://schemas.microsoft.com/office/drawing/2014/main" id="{84EEEE73-86DD-9D69-A785-126E5BB9E083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rot="5400000">
            <a:off x="5734571" y="2853999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Curved Connector 165">
            <a:extLst>
              <a:ext uri="{FF2B5EF4-FFF2-40B4-BE49-F238E27FC236}">
                <a16:creationId xmlns:a16="http://schemas.microsoft.com/office/drawing/2014/main" id="{AF49CCD5-223B-9AEC-B561-F56CE7DD4AF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rot="5400000">
            <a:off x="5734571" y="2265392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" name="Curved Connector 168">
            <a:extLst>
              <a:ext uri="{FF2B5EF4-FFF2-40B4-BE49-F238E27FC236}">
                <a16:creationId xmlns:a16="http://schemas.microsoft.com/office/drawing/2014/main" id="{A46C58CF-3CD4-1318-478C-30CC9CAFA4D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rot="5400000">
            <a:off x="5734571" y="1676785"/>
            <a:ext cx="42696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" name="Curved Connector 184">
            <a:extLst>
              <a:ext uri="{FF2B5EF4-FFF2-40B4-BE49-F238E27FC236}">
                <a16:creationId xmlns:a16="http://schemas.microsoft.com/office/drawing/2014/main" id="{2D79A541-D3A3-D511-4448-A378C36B37EF}"/>
              </a:ext>
            </a:extLst>
          </p:cNvPr>
          <p:cNvCxnSpPr>
            <a:cxnSpLocks/>
            <a:stCxn id="32" idx="6"/>
            <a:endCxn id="38" idx="1"/>
          </p:cNvCxnSpPr>
          <p:nvPr/>
        </p:nvCxnSpPr>
        <p:spPr>
          <a:xfrm>
            <a:off x="6796318" y="3148305"/>
            <a:ext cx="385453" cy="23563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8" name="Curved Connector 187">
            <a:extLst>
              <a:ext uri="{FF2B5EF4-FFF2-40B4-BE49-F238E27FC236}">
                <a16:creationId xmlns:a16="http://schemas.microsoft.com/office/drawing/2014/main" id="{1BA42E42-E524-872D-1589-72389DF585D4}"/>
              </a:ext>
            </a:extLst>
          </p:cNvPr>
          <p:cNvCxnSpPr>
            <a:cxnSpLocks/>
            <a:stCxn id="33" idx="6"/>
            <a:endCxn id="38" idx="3"/>
          </p:cNvCxnSpPr>
          <p:nvPr/>
        </p:nvCxnSpPr>
        <p:spPr>
          <a:xfrm flipV="1">
            <a:off x="6818089" y="3545588"/>
            <a:ext cx="363682" cy="1913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81C74EFC-8C04-5E14-E287-0B592266471E}"/>
              </a:ext>
            </a:extLst>
          </p:cNvPr>
          <p:cNvSpPr txBox="1"/>
          <p:nvPr/>
        </p:nvSpPr>
        <p:spPr>
          <a:xfrm>
            <a:off x="3949851" y="2215654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6D792DF-7B9A-E05F-D497-9342DC57EBAF}"/>
              </a:ext>
            </a:extLst>
          </p:cNvPr>
          <p:cNvSpPr txBox="1"/>
          <p:nvPr/>
        </p:nvSpPr>
        <p:spPr>
          <a:xfrm>
            <a:off x="6497098" y="1259539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19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5D2ED82-738C-F485-7466-F5680A3E020F}"/>
              </a:ext>
            </a:extLst>
          </p:cNvPr>
          <p:cNvSpPr txBox="1"/>
          <p:nvPr/>
        </p:nvSpPr>
        <p:spPr>
          <a:xfrm>
            <a:off x="6504357" y="1847367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3305219-3D4D-8E3A-A01A-2DB213564AA1}"/>
              </a:ext>
            </a:extLst>
          </p:cNvPr>
          <p:cNvSpPr txBox="1"/>
          <p:nvPr/>
        </p:nvSpPr>
        <p:spPr>
          <a:xfrm>
            <a:off x="6497100" y="2442454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23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EBD9539-4178-5C90-D7C6-88A0460972B0}"/>
              </a:ext>
            </a:extLst>
          </p:cNvPr>
          <p:cNvSpPr txBox="1"/>
          <p:nvPr/>
        </p:nvSpPr>
        <p:spPr>
          <a:xfrm>
            <a:off x="6497098" y="3023779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25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633976A-43DB-BB02-0E60-3C97793CA267}"/>
              </a:ext>
            </a:extLst>
          </p:cNvPr>
          <p:cNvSpPr txBox="1"/>
          <p:nvPr/>
        </p:nvSpPr>
        <p:spPr>
          <a:xfrm>
            <a:off x="6518872" y="3618102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27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0D0452F-E0FA-C689-634B-214421A94E15}"/>
              </a:ext>
            </a:extLst>
          </p:cNvPr>
          <p:cNvSpPr txBox="1"/>
          <p:nvPr/>
        </p:nvSpPr>
        <p:spPr>
          <a:xfrm>
            <a:off x="5843955" y="1259539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897FDDC-9D66-CE2B-6094-0C2F8107C033}"/>
              </a:ext>
            </a:extLst>
          </p:cNvPr>
          <p:cNvSpPr txBox="1"/>
          <p:nvPr/>
        </p:nvSpPr>
        <p:spPr>
          <a:xfrm>
            <a:off x="5836697" y="1847364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20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FAFE812-5D76-F155-7DC2-1FB3F4E57084}"/>
              </a:ext>
            </a:extLst>
          </p:cNvPr>
          <p:cNvSpPr txBox="1"/>
          <p:nvPr/>
        </p:nvSpPr>
        <p:spPr>
          <a:xfrm>
            <a:off x="5843956" y="2435193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22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7DC3CB4-E1D1-E381-B084-F206E3776C2E}"/>
              </a:ext>
            </a:extLst>
          </p:cNvPr>
          <p:cNvSpPr txBox="1"/>
          <p:nvPr/>
        </p:nvSpPr>
        <p:spPr>
          <a:xfrm>
            <a:off x="5436269" y="3341656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24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70109D6-2923-317D-7A2C-14614F50B7B2}"/>
              </a:ext>
            </a:extLst>
          </p:cNvPr>
          <p:cNvSpPr txBox="1"/>
          <p:nvPr/>
        </p:nvSpPr>
        <p:spPr>
          <a:xfrm>
            <a:off x="5858474" y="3618105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26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5C5576D-8D72-523D-F414-BEA0DF637AD2}"/>
              </a:ext>
            </a:extLst>
          </p:cNvPr>
          <p:cNvSpPr txBox="1"/>
          <p:nvPr/>
        </p:nvSpPr>
        <p:spPr>
          <a:xfrm>
            <a:off x="5858476" y="4198675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28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3B880ED-9489-D3A2-883A-766D6E3F5770}"/>
              </a:ext>
            </a:extLst>
          </p:cNvPr>
          <p:cNvSpPr txBox="1"/>
          <p:nvPr/>
        </p:nvSpPr>
        <p:spPr>
          <a:xfrm>
            <a:off x="6518877" y="4205934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A0C0CE2-C9EA-2613-20BF-00F9CF74DD9C}"/>
              </a:ext>
            </a:extLst>
          </p:cNvPr>
          <p:cNvSpPr txBox="1"/>
          <p:nvPr/>
        </p:nvSpPr>
        <p:spPr>
          <a:xfrm>
            <a:off x="6511622" y="4793762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31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671160C-C5BC-CECA-DD80-CA8EC8EB87FD}"/>
              </a:ext>
            </a:extLst>
          </p:cNvPr>
          <p:cNvSpPr txBox="1"/>
          <p:nvPr/>
        </p:nvSpPr>
        <p:spPr>
          <a:xfrm>
            <a:off x="5865738" y="4793765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75ABCBE-EB79-AAAE-4DC9-5832ED5A1584}"/>
              </a:ext>
            </a:extLst>
          </p:cNvPr>
          <p:cNvSpPr txBox="1"/>
          <p:nvPr/>
        </p:nvSpPr>
        <p:spPr>
          <a:xfrm>
            <a:off x="5865740" y="5381590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32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67AC755-0253-C6FA-66BE-740DFD061B80}"/>
              </a:ext>
            </a:extLst>
          </p:cNvPr>
          <p:cNvSpPr txBox="1"/>
          <p:nvPr/>
        </p:nvSpPr>
        <p:spPr>
          <a:xfrm>
            <a:off x="6518883" y="5388849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33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47A6298-44D9-1D12-169D-50480A456A16}"/>
              </a:ext>
            </a:extLst>
          </p:cNvPr>
          <p:cNvSpPr txBox="1"/>
          <p:nvPr/>
        </p:nvSpPr>
        <p:spPr>
          <a:xfrm>
            <a:off x="7076217" y="3349752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34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0A5EC32-CFB9-677A-9DE2-424C41A72359}"/>
              </a:ext>
            </a:extLst>
          </p:cNvPr>
          <p:cNvSpPr txBox="1"/>
          <p:nvPr/>
        </p:nvSpPr>
        <p:spPr>
          <a:xfrm>
            <a:off x="5837222" y="3021890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19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7B5CBC3-02A5-B2A7-C7D9-DA797738CB81}"/>
              </a:ext>
            </a:extLst>
          </p:cNvPr>
          <p:cNvSpPr txBox="1"/>
          <p:nvPr/>
        </p:nvSpPr>
        <p:spPr>
          <a:xfrm>
            <a:off x="4927746" y="3333600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16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9C5B498-5CFF-AFB0-8EA1-D4A402C69B18}"/>
              </a:ext>
            </a:extLst>
          </p:cNvPr>
          <p:cNvSpPr txBox="1"/>
          <p:nvPr/>
        </p:nvSpPr>
        <p:spPr>
          <a:xfrm>
            <a:off x="4637463" y="3710972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15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680EA46-A9FC-B48F-9D46-9621ACE9F62F}"/>
              </a:ext>
            </a:extLst>
          </p:cNvPr>
          <p:cNvSpPr txBox="1"/>
          <p:nvPr/>
        </p:nvSpPr>
        <p:spPr>
          <a:xfrm>
            <a:off x="4651977" y="2970744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12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10464BB5-FA00-5CFA-A942-1C74C1AB7E81}"/>
              </a:ext>
            </a:extLst>
          </p:cNvPr>
          <p:cNvSpPr txBox="1"/>
          <p:nvPr/>
        </p:nvSpPr>
        <p:spPr>
          <a:xfrm>
            <a:off x="4238317" y="4081085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14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5AEFAF0-B6EE-7EC3-EF1D-65D61D0F9999}"/>
              </a:ext>
            </a:extLst>
          </p:cNvPr>
          <p:cNvSpPr txBox="1"/>
          <p:nvPr/>
        </p:nvSpPr>
        <p:spPr>
          <a:xfrm>
            <a:off x="3904492" y="4458453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13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018F831-DBD1-83D2-82E6-F419DE887C3D}"/>
              </a:ext>
            </a:extLst>
          </p:cNvPr>
          <p:cNvSpPr txBox="1"/>
          <p:nvPr/>
        </p:nvSpPr>
        <p:spPr>
          <a:xfrm>
            <a:off x="4281164" y="3333858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11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3E9C73B-11AF-55A7-A867-7B1685BD0779}"/>
              </a:ext>
            </a:extLst>
          </p:cNvPr>
          <p:cNvSpPr txBox="1"/>
          <p:nvPr/>
        </p:nvSpPr>
        <p:spPr>
          <a:xfrm>
            <a:off x="3911576" y="3725233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10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09C0FEBD-E65E-3D3E-00BB-32D5E817ADB0}"/>
              </a:ext>
            </a:extLst>
          </p:cNvPr>
          <p:cNvSpPr txBox="1"/>
          <p:nvPr/>
        </p:nvSpPr>
        <p:spPr>
          <a:xfrm>
            <a:off x="3564765" y="4110113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9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2E1FBF7D-7560-4400-C2BB-E3EACBE87821}"/>
              </a:ext>
            </a:extLst>
          </p:cNvPr>
          <p:cNvSpPr/>
          <p:nvPr/>
        </p:nvSpPr>
        <p:spPr>
          <a:xfrm>
            <a:off x="7685323" y="335046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332E17DE-9F17-4BAE-344D-1DC651C32F16}"/>
              </a:ext>
            </a:extLst>
          </p:cNvPr>
          <p:cNvSpPr/>
          <p:nvPr/>
        </p:nvSpPr>
        <p:spPr>
          <a:xfrm>
            <a:off x="8196952" y="335046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690335F-08C5-61DC-A408-26203CA324F3}"/>
              </a:ext>
            </a:extLst>
          </p:cNvPr>
          <p:cNvSpPr/>
          <p:nvPr/>
        </p:nvSpPr>
        <p:spPr>
          <a:xfrm>
            <a:off x="8683190" y="335046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DCC6AEAB-A511-C8C0-43BC-FF16EB8FEF50}"/>
              </a:ext>
            </a:extLst>
          </p:cNvPr>
          <p:cNvSpPr/>
          <p:nvPr/>
        </p:nvSpPr>
        <p:spPr>
          <a:xfrm>
            <a:off x="8186081" y="288652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D014EB95-78EF-126A-4DA2-56D183F5F1E3}"/>
              </a:ext>
            </a:extLst>
          </p:cNvPr>
          <p:cNvSpPr/>
          <p:nvPr/>
        </p:nvSpPr>
        <p:spPr>
          <a:xfrm>
            <a:off x="8196952" y="388853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Curved Connector 254">
            <a:extLst>
              <a:ext uri="{FF2B5EF4-FFF2-40B4-BE49-F238E27FC236}">
                <a16:creationId xmlns:a16="http://schemas.microsoft.com/office/drawing/2014/main" id="{9FA6E413-E48A-25A1-1762-0983709C2738}"/>
              </a:ext>
            </a:extLst>
          </p:cNvPr>
          <p:cNvCxnSpPr>
            <a:cxnSpLocks/>
            <a:stCxn id="250" idx="0"/>
            <a:endCxn id="253" idx="2"/>
          </p:cNvCxnSpPr>
          <p:nvPr/>
        </p:nvCxnSpPr>
        <p:spPr>
          <a:xfrm rot="5400000" flipH="1" flipV="1">
            <a:off x="7818032" y="2982419"/>
            <a:ext cx="349640" cy="38645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Curved Connector 255">
            <a:extLst>
              <a:ext uri="{FF2B5EF4-FFF2-40B4-BE49-F238E27FC236}">
                <a16:creationId xmlns:a16="http://schemas.microsoft.com/office/drawing/2014/main" id="{31C9CA2E-1C15-A965-1207-4AF59C966054}"/>
              </a:ext>
            </a:extLst>
          </p:cNvPr>
          <p:cNvCxnSpPr>
            <a:cxnSpLocks/>
            <a:stCxn id="250" idx="4"/>
            <a:endCxn id="254" idx="2"/>
          </p:cNvCxnSpPr>
          <p:nvPr/>
        </p:nvCxnSpPr>
        <p:spPr>
          <a:xfrm rot="16200000" flipH="1">
            <a:off x="7786405" y="3592285"/>
            <a:ext cx="423765" cy="3973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Curved Connector 256">
            <a:extLst>
              <a:ext uri="{FF2B5EF4-FFF2-40B4-BE49-F238E27FC236}">
                <a16:creationId xmlns:a16="http://schemas.microsoft.com/office/drawing/2014/main" id="{B72EBD6C-46AB-4D70-A55A-015ADE3ED8C2}"/>
              </a:ext>
            </a:extLst>
          </p:cNvPr>
          <p:cNvCxnSpPr>
            <a:cxnSpLocks/>
            <a:stCxn id="254" idx="6"/>
            <a:endCxn id="252" idx="3"/>
          </p:cNvCxnSpPr>
          <p:nvPr/>
        </p:nvCxnSpPr>
        <p:spPr>
          <a:xfrm flipV="1">
            <a:off x="8425552" y="3545590"/>
            <a:ext cx="291116" cy="45724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Curved Connector 257">
            <a:extLst>
              <a:ext uri="{FF2B5EF4-FFF2-40B4-BE49-F238E27FC236}">
                <a16:creationId xmlns:a16="http://schemas.microsoft.com/office/drawing/2014/main" id="{69BCE852-4BF6-7015-3897-83059CE58A43}"/>
              </a:ext>
            </a:extLst>
          </p:cNvPr>
          <p:cNvCxnSpPr>
            <a:cxnSpLocks/>
            <a:stCxn id="253" idx="6"/>
            <a:endCxn id="252" idx="1"/>
          </p:cNvCxnSpPr>
          <p:nvPr/>
        </p:nvCxnSpPr>
        <p:spPr>
          <a:xfrm>
            <a:off x="8414681" y="3000828"/>
            <a:ext cx="301987" cy="38311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Curved Connector 258">
            <a:extLst>
              <a:ext uri="{FF2B5EF4-FFF2-40B4-BE49-F238E27FC236}">
                <a16:creationId xmlns:a16="http://schemas.microsoft.com/office/drawing/2014/main" id="{CD3809C0-BEEC-7224-3E5B-892C457BE92C}"/>
              </a:ext>
            </a:extLst>
          </p:cNvPr>
          <p:cNvCxnSpPr>
            <a:cxnSpLocks/>
            <a:stCxn id="254" idx="0"/>
            <a:endCxn id="251" idx="4"/>
          </p:cNvCxnSpPr>
          <p:nvPr/>
        </p:nvCxnSpPr>
        <p:spPr>
          <a:xfrm rot="5400000" flipH="1" flipV="1">
            <a:off x="8156520" y="3733801"/>
            <a:ext cx="30946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Curved Connector 259">
            <a:extLst>
              <a:ext uri="{FF2B5EF4-FFF2-40B4-BE49-F238E27FC236}">
                <a16:creationId xmlns:a16="http://schemas.microsoft.com/office/drawing/2014/main" id="{845D6616-B84A-23A2-9733-78111DDFC59B}"/>
              </a:ext>
            </a:extLst>
          </p:cNvPr>
          <p:cNvCxnSpPr>
            <a:cxnSpLocks/>
            <a:stCxn id="251" idx="6"/>
            <a:endCxn id="252" idx="2"/>
          </p:cNvCxnSpPr>
          <p:nvPr/>
        </p:nvCxnSpPr>
        <p:spPr>
          <a:xfrm>
            <a:off x="8425552" y="3464768"/>
            <a:ext cx="257638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Curved Connector 260">
            <a:extLst>
              <a:ext uri="{FF2B5EF4-FFF2-40B4-BE49-F238E27FC236}">
                <a16:creationId xmlns:a16="http://schemas.microsoft.com/office/drawing/2014/main" id="{ED1F0055-074D-89C4-DD04-1B95A56EC4B0}"/>
              </a:ext>
            </a:extLst>
          </p:cNvPr>
          <p:cNvCxnSpPr>
            <a:cxnSpLocks/>
            <a:stCxn id="250" idx="6"/>
            <a:endCxn id="251" idx="2"/>
          </p:cNvCxnSpPr>
          <p:nvPr/>
        </p:nvCxnSpPr>
        <p:spPr>
          <a:xfrm>
            <a:off x="7913923" y="3464768"/>
            <a:ext cx="283029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Curved Connector 261">
            <a:extLst>
              <a:ext uri="{FF2B5EF4-FFF2-40B4-BE49-F238E27FC236}">
                <a16:creationId xmlns:a16="http://schemas.microsoft.com/office/drawing/2014/main" id="{85DD06AD-F700-14E4-53BB-3A5A79B5232F}"/>
              </a:ext>
            </a:extLst>
          </p:cNvPr>
          <p:cNvCxnSpPr>
            <a:cxnSpLocks/>
            <a:stCxn id="251" idx="0"/>
            <a:endCxn id="253" idx="4"/>
          </p:cNvCxnSpPr>
          <p:nvPr/>
        </p:nvCxnSpPr>
        <p:spPr>
          <a:xfrm rot="16200000" flipV="1">
            <a:off x="8188147" y="3227362"/>
            <a:ext cx="235340" cy="108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61EBBF22-3E0D-E83D-AE14-1324B09B1C52}"/>
              </a:ext>
            </a:extLst>
          </p:cNvPr>
          <p:cNvSpPr txBox="1"/>
          <p:nvPr/>
        </p:nvSpPr>
        <p:spPr>
          <a:xfrm>
            <a:off x="8131227" y="3346947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37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8F45899-F45E-D675-58FD-1D3185DD76C6}"/>
              </a:ext>
            </a:extLst>
          </p:cNvPr>
          <p:cNvSpPr txBox="1"/>
          <p:nvPr/>
        </p:nvSpPr>
        <p:spPr>
          <a:xfrm>
            <a:off x="8114245" y="2868905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36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618C1809-C778-52D3-47BE-9B4827AED53C}"/>
              </a:ext>
            </a:extLst>
          </p:cNvPr>
          <p:cNvSpPr txBox="1"/>
          <p:nvPr/>
        </p:nvSpPr>
        <p:spPr>
          <a:xfrm>
            <a:off x="8124877" y="3888533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38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62F6FF3-200C-DB8B-BD6E-83E774D3F42B}"/>
              </a:ext>
            </a:extLst>
          </p:cNvPr>
          <p:cNvSpPr txBox="1"/>
          <p:nvPr/>
        </p:nvSpPr>
        <p:spPr>
          <a:xfrm>
            <a:off x="8608941" y="3342344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39</a:t>
            </a:r>
          </a:p>
        </p:txBody>
      </p:sp>
      <p:cxnSp>
        <p:nvCxnSpPr>
          <p:cNvPr id="210" name="Curved Connector 209">
            <a:extLst>
              <a:ext uri="{FF2B5EF4-FFF2-40B4-BE49-F238E27FC236}">
                <a16:creationId xmlns:a16="http://schemas.microsoft.com/office/drawing/2014/main" id="{A485101D-6AA2-752A-7635-72F65A9DFE48}"/>
              </a:ext>
            </a:extLst>
          </p:cNvPr>
          <p:cNvCxnSpPr>
            <a:cxnSpLocks/>
            <a:stCxn id="38" idx="7"/>
            <a:endCxn id="250" idx="1"/>
          </p:cNvCxnSpPr>
          <p:nvPr/>
        </p:nvCxnSpPr>
        <p:spPr>
          <a:xfrm rot="16200000" flipH="1">
            <a:off x="7531107" y="3196252"/>
            <a:ext cx="2" cy="375386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C7ACFA75-1958-2023-B362-91814DE189A9}"/>
              </a:ext>
            </a:extLst>
          </p:cNvPr>
          <p:cNvSpPr txBox="1"/>
          <p:nvPr/>
        </p:nvSpPr>
        <p:spPr>
          <a:xfrm>
            <a:off x="7620101" y="3336787"/>
            <a:ext cx="372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35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A2373F0D-FE5B-08A0-41F6-9897064686F5}"/>
              </a:ext>
            </a:extLst>
          </p:cNvPr>
          <p:cNvSpPr txBox="1"/>
          <p:nvPr/>
        </p:nvSpPr>
        <p:spPr>
          <a:xfrm>
            <a:off x="4290933" y="2600280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8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3B0319BD-5E3B-8617-1656-06C374AFE716}"/>
              </a:ext>
            </a:extLst>
          </p:cNvPr>
          <p:cNvSpPr txBox="1"/>
          <p:nvPr/>
        </p:nvSpPr>
        <p:spPr>
          <a:xfrm>
            <a:off x="3949846" y="2886933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7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E9F7BD9C-12B5-64D5-B73F-BBEA4B7D6463}"/>
              </a:ext>
            </a:extLst>
          </p:cNvPr>
          <p:cNvSpPr txBox="1"/>
          <p:nvPr/>
        </p:nvSpPr>
        <p:spPr>
          <a:xfrm>
            <a:off x="3608761" y="2593021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33FC5135-B5A6-9604-EEE3-4F1C68FCFDD6}"/>
              </a:ext>
            </a:extLst>
          </p:cNvPr>
          <p:cNvSpPr txBox="1"/>
          <p:nvPr/>
        </p:nvSpPr>
        <p:spPr>
          <a:xfrm>
            <a:off x="3579735" y="3333250"/>
            <a:ext cx="279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6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DCE09230-75AC-A35F-5E30-6EE1579E7376}"/>
              </a:ext>
            </a:extLst>
          </p:cNvPr>
          <p:cNvSpPr txBox="1"/>
          <p:nvPr/>
        </p:nvSpPr>
        <p:spPr>
          <a:xfrm>
            <a:off x="3267678" y="3732391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5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B4BAA7B3-4B24-469A-2A7A-8C2DDBEF093D}"/>
              </a:ext>
            </a:extLst>
          </p:cNvPr>
          <p:cNvSpPr txBox="1"/>
          <p:nvPr/>
        </p:nvSpPr>
        <p:spPr>
          <a:xfrm>
            <a:off x="2933851" y="3333247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D700BE9A-15DB-8052-ABBB-71DFABEDBAC5}"/>
              </a:ext>
            </a:extLst>
          </p:cNvPr>
          <p:cNvSpPr txBox="1"/>
          <p:nvPr/>
        </p:nvSpPr>
        <p:spPr>
          <a:xfrm>
            <a:off x="3267677" y="2970390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46E1C325-F83B-7A5B-4FB3-0216ACCA60AF}"/>
              </a:ext>
            </a:extLst>
          </p:cNvPr>
          <p:cNvSpPr txBox="1"/>
          <p:nvPr/>
        </p:nvSpPr>
        <p:spPr>
          <a:xfrm>
            <a:off x="2389564" y="3325989"/>
            <a:ext cx="278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</a:t>
            </a:r>
          </a:p>
        </p:txBody>
      </p:sp>
      <p:cxnSp>
        <p:nvCxnSpPr>
          <p:cNvPr id="285" name="Curved Connector 284">
            <a:extLst>
              <a:ext uri="{FF2B5EF4-FFF2-40B4-BE49-F238E27FC236}">
                <a16:creationId xmlns:a16="http://schemas.microsoft.com/office/drawing/2014/main" id="{4A22E5C7-2E29-28C0-9FFD-C075A14F23C9}"/>
              </a:ext>
            </a:extLst>
          </p:cNvPr>
          <p:cNvCxnSpPr>
            <a:cxnSpLocks/>
            <a:stCxn id="38" idx="2"/>
            <a:endCxn id="32" idx="5"/>
          </p:cNvCxnSpPr>
          <p:nvPr/>
        </p:nvCxnSpPr>
        <p:spPr>
          <a:xfrm rot="10800000">
            <a:off x="6762841" y="3229128"/>
            <a:ext cx="385453" cy="23563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Curved Connector 291">
            <a:extLst>
              <a:ext uri="{FF2B5EF4-FFF2-40B4-BE49-F238E27FC236}">
                <a16:creationId xmlns:a16="http://schemas.microsoft.com/office/drawing/2014/main" id="{55ACADEF-860D-B193-F662-5842D6FFF175}"/>
              </a:ext>
            </a:extLst>
          </p:cNvPr>
          <p:cNvCxnSpPr>
            <a:cxnSpLocks/>
            <a:stCxn id="5" idx="3"/>
            <a:endCxn id="4" idx="5"/>
          </p:cNvCxnSpPr>
          <p:nvPr/>
        </p:nvCxnSpPr>
        <p:spPr>
          <a:xfrm rot="5400000">
            <a:off x="2805640" y="3346309"/>
            <a:ext cx="12700" cy="381451"/>
          </a:xfrm>
          <a:prstGeom prst="curvedConnector3">
            <a:avLst>
              <a:gd name="adj1" fmla="val 74933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Curved Connector 296">
            <a:extLst>
              <a:ext uri="{FF2B5EF4-FFF2-40B4-BE49-F238E27FC236}">
                <a16:creationId xmlns:a16="http://schemas.microsoft.com/office/drawing/2014/main" id="{81167916-51E4-0316-7EE8-0844F3E779D4}"/>
              </a:ext>
            </a:extLst>
          </p:cNvPr>
          <p:cNvCxnSpPr>
            <a:cxnSpLocks/>
            <a:stCxn id="10" idx="3"/>
            <a:endCxn id="5" idx="5"/>
          </p:cNvCxnSpPr>
          <p:nvPr/>
        </p:nvCxnSpPr>
        <p:spPr>
          <a:xfrm rot="5400000">
            <a:off x="3398316" y="3296728"/>
            <a:ext cx="12700" cy="480613"/>
          </a:xfrm>
          <a:prstGeom prst="curvedConnector3">
            <a:avLst>
              <a:gd name="adj1" fmla="val 63503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1" name="Curved Connector 300">
            <a:extLst>
              <a:ext uri="{FF2B5EF4-FFF2-40B4-BE49-F238E27FC236}">
                <a16:creationId xmlns:a16="http://schemas.microsoft.com/office/drawing/2014/main" id="{2348FAEF-83C5-4536-DB88-7B0DCDCF0DEB}"/>
              </a:ext>
            </a:extLst>
          </p:cNvPr>
          <p:cNvCxnSpPr>
            <a:cxnSpLocks/>
            <a:stCxn id="15" idx="2"/>
            <a:endCxn id="10" idx="6"/>
          </p:cNvCxnSpPr>
          <p:nvPr/>
        </p:nvCxnSpPr>
        <p:spPr>
          <a:xfrm rot="10800000">
            <a:off x="3833744" y="3456212"/>
            <a:ext cx="520538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5" name="Curved Connector 304">
            <a:extLst>
              <a:ext uri="{FF2B5EF4-FFF2-40B4-BE49-F238E27FC236}">
                <a16:creationId xmlns:a16="http://schemas.microsoft.com/office/drawing/2014/main" id="{D60D1DEE-0CB3-BE7E-8DFC-D4BD22E8031C}"/>
              </a:ext>
            </a:extLst>
          </p:cNvPr>
          <p:cNvCxnSpPr>
            <a:cxnSpLocks/>
            <a:stCxn id="20" idx="3"/>
            <a:endCxn id="15" idx="5"/>
          </p:cNvCxnSpPr>
          <p:nvPr/>
        </p:nvCxnSpPr>
        <p:spPr>
          <a:xfrm rot="5400000">
            <a:off x="4795154" y="3291284"/>
            <a:ext cx="12700" cy="491500"/>
          </a:xfrm>
          <a:prstGeom prst="curvedConnector3">
            <a:avLst>
              <a:gd name="adj1" fmla="val 692173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9" name="Curved Connector 308">
            <a:extLst>
              <a:ext uri="{FF2B5EF4-FFF2-40B4-BE49-F238E27FC236}">
                <a16:creationId xmlns:a16="http://schemas.microsoft.com/office/drawing/2014/main" id="{EF1E1CE4-305D-2DC9-0DB5-9B8B83CFFC2E}"/>
              </a:ext>
            </a:extLst>
          </p:cNvPr>
          <p:cNvCxnSpPr>
            <a:cxnSpLocks/>
            <a:stCxn id="15" idx="7"/>
            <a:endCxn id="20" idx="1"/>
          </p:cNvCxnSpPr>
          <p:nvPr/>
        </p:nvCxnSpPr>
        <p:spPr>
          <a:xfrm rot="5400000" flipH="1" flipV="1">
            <a:off x="4795154" y="3129640"/>
            <a:ext cx="12700" cy="491500"/>
          </a:xfrm>
          <a:prstGeom prst="curvedConnector3">
            <a:avLst>
              <a:gd name="adj1" fmla="val 63503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3" name="Curved Connector 312">
            <a:extLst>
              <a:ext uri="{FF2B5EF4-FFF2-40B4-BE49-F238E27FC236}">
                <a16:creationId xmlns:a16="http://schemas.microsoft.com/office/drawing/2014/main" id="{49FF7790-E662-F4FB-EB6C-174B9D6E5139}"/>
              </a:ext>
            </a:extLst>
          </p:cNvPr>
          <p:cNvCxnSpPr>
            <a:cxnSpLocks/>
            <a:stCxn id="37" idx="3"/>
            <a:endCxn id="20" idx="5"/>
          </p:cNvCxnSpPr>
          <p:nvPr/>
        </p:nvCxnSpPr>
        <p:spPr>
          <a:xfrm rot="5400000" flipH="1">
            <a:off x="5369637" y="3369946"/>
            <a:ext cx="8554" cy="342731"/>
          </a:xfrm>
          <a:prstGeom prst="curvedConnector3">
            <a:avLst>
              <a:gd name="adj1" fmla="val -111249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7" name="Curved Connector 316">
            <a:extLst>
              <a:ext uri="{FF2B5EF4-FFF2-40B4-BE49-F238E27FC236}">
                <a16:creationId xmlns:a16="http://schemas.microsoft.com/office/drawing/2014/main" id="{03F8F5AB-8601-6FE0-111D-069DF57D8D46}"/>
              </a:ext>
            </a:extLst>
          </p:cNvPr>
          <p:cNvCxnSpPr>
            <a:cxnSpLocks/>
            <a:stCxn id="13" idx="2"/>
            <a:endCxn id="9" idx="4"/>
          </p:cNvCxnSpPr>
          <p:nvPr/>
        </p:nvCxnSpPr>
        <p:spPr>
          <a:xfrm rot="10800000">
            <a:off x="3401787" y="3984170"/>
            <a:ext cx="230415" cy="2449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1" name="Curved Connector 320">
            <a:extLst>
              <a:ext uri="{FF2B5EF4-FFF2-40B4-BE49-F238E27FC236}">
                <a16:creationId xmlns:a16="http://schemas.microsoft.com/office/drawing/2014/main" id="{F6009C41-EE24-F2FA-90F4-26187FFE3256}"/>
              </a:ext>
            </a:extLst>
          </p:cNvPr>
          <p:cNvCxnSpPr>
            <a:cxnSpLocks/>
            <a:stCxn id="17" idx="2"/>
            <a:endCxn id="13" idx="4"/>
          </p:cNvCxnSpPr>
          <p:nvPr/>
        </p:nvCxnSpPr>
        <p:spPr>
          <a:xfrm rot="10800000">
            <a:off x="3746502" y="4343399"/>
            <a:ext cx="230415" cy="2449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4" name="Curved Connector 323">
            <a:extLst>
              <a:ext uri="{FF2B5EF4-FFF2-40B4-BE49-F238E27FC236}">
                <a16:creationId xmlns:a16="http://schemas.microsoft.com/office/drawing/2014/main" id="{CB032030-6C0A-0A36-F050-5CF6E9C2D8FC}"/>
              </a:ext>
            </a:extLst>
          </p:cNvPr>
          <p:cNvCxnSpPr>
            <a:cxnSpLocks/>
            <a:stCxn id="19" idx="2"/>
            <a:endCxn id="15" idx="4"/>
          </p:cNvCxnSpPr>
          <p:nvPr/>
        </p:nvCxnSpPr>
        <p:spPr>
          <a:xfrm rot="10800000">
            <a:off x="4468583" y="3570512"/>
            <a:ext cx="244933" cy="26307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7" name="Curved Connector 326">
            <a:extLst>
              <a:ext uri="{FF2B5EF4-FFF2-40B4-BE49-F238E27FC236}">
                <a16:creationId xmlns:a16="http://schemas.microsoft.com/office/drawing/2014/main" id="{92A9DCAB-96C2-BFFD-055E-99DD8CBE95F0}"/>
              </a:ext>
            </a:extLst>
          </p:cNvPr>
          <p:cNvCxnSpPr>
            <a:cxnSpLocks/>
            <a:stCxn id="19" idx="6"/>
            <a:endCxn id="20" idx="4"/>
          </p:cNvCxnSpPr>
          <p:nvPr/>
        </p:nvCxnSpPr>
        <p:spPr>
          <a:xfrm flipV="1">
            <a:off x="4942115" y="3570512"/>
            <a:ext cx="179611" cy="26307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0" name="Curved Connector 329">
            <a:extLst>
              <a:ext uri="{FF2B5EF4-FFF2-40B4-BE49-F238E27FC236}">
                <a16:creationId xmlns:a16="http://schemas.microsoft.com/office/drawing/2014/main" id="{7906FDC7-E774-9BE5-CB2D-79ED34860A89}"/>
              </a:ext>
            </a:extLst>
          </p:cNvPr>
          <p:cNvCxnSpPr>
            <a:cxnSpLocks/>
            <a:stCxn id="18" idx="6"/>
            <a:endCxn id="19" idx="4"/>
          </p:cNvCxnSpPr>
          <p:nvPr/>
        </p:nvCxnSpPr>
        <p:spPr>
          <a:xfrm flipV="1">
            <a:off x="4550230" y="3947884"/>
            <a:ext cx="277585" cy="26307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" name="Curved Connector 330">
            <a:extLst>
              <a:ext uri="{FF2B5EF4-FFF2-40B4-BE49-F238E27FC236}">
                <a16:creationId xmlns:a16="http://schemas.microsoft.com/office/drawing/2014/main" id="{09055BA4-1756-226C-8AFD-0CC7C6B67D05}"/>
              </a:ext>
            </a:extLst>
          </p:cNvPr>
          <p:cNvCxnSpPr>
            <a:cxnSpLocks/>
            <a:stCxn id="17" idx="6"/>
            <a:endCxn id="18" idx="4"/>
          </p:cNvCxnSpPr>
          <p:nvPr/>
        </p:nvCxnSpPr>
        <p:spPr>
          <a:xfrm flipV="1">
            <a:off x="4205516" y="4325256"/>
            <a:ext cx="230414" cy="26307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6" name="Curved Connector 335">
            <a:extLst>
              <a:ext uri="{FF2B5EF4-FFF2-40B4-BE49-F238E27FC236}">
                <a16:creationId xmlns:a16="http://schemas.microsoft.com/office/drawing/2014/main" id="{74DB2045-9011-A0B3-F200-D18AB1CD423D}"/>
              </a:ext>
            </a:extLst>
          </p:cNvPr>
          <p:cNvCxnSpPr>
            <a:cxnSpLocks/>
            <a:stCxn id="18" idx="2"/>
            <a:endCxn id="14" idx="4"/>
          </p:cNvCxnSpPr>
          <p:nvPr/>
        </p:nvCxnSpPr>
        <p:spPr>
          <a:xfrm rot="10800000">
            <a:off x="4091216" y="3966028"/>
            <a:ext cx="230414" cy="2449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9" name="Curved Connector 338">
            <a:extLst>
              <a:ext uri="{FF2B5EF4-FFF2-40B4-BE49-F238E27FC236}">
                <a16:creationId xmlns:a16="http://schemas.microsoft.com/office/drawing/2014/main" id="{E740A015-2054-2852-224B-02485D952569}"/>
              </a:ext>
            </a:extLst>
          </p:cNvPr>
          <p:cNvCxnSpPr>
            <a:cxnSpLocks/>
            <a:stCxn id="13" idx="6"/>
            <a:endCxn id="14" idx="4"/>
          </p:cNvCxnSpPr>
          <p:nvPr/>
        </p:nvCxnSpPr>
        <p:spPr>
          <a:xfrm flipV="1">
            <a:off x="3860801" y="3966027"/>
            <a:ext cx="230415" cy="26307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2" name="Curved Connector 341">
            <a:extLst>
              <a:ext uri="{FF2B5EF4-FFF2-40B4-BE49-F238E27FC236}">
                <a16:creationId xmlns:a16="http://schemas.microsoft.com/office/drawing/2014/main" id="{48FA3B04-F1D9-8939-22D9-5170229B2FDE}"/>
              </a:ext>
            </a:extLst>
          </p:cNvPr>
          <p:cNvCxnSpPr>
            <a:cxnSpLocks/>
            <a:stCxn id="14" idx="6"/>
            <a:endCxn id="15" idx="4"/>
          </p:cNvCxnSpPr>
          <p:nvPr/>
        </p:nvCxnSpPr>
        <p:spPr>
          <a:xfrm flipV="1">
            <a:off x="4205516" y="3570512"/>
            <a:ext cx="263066" cy="28121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5" name="Curved Connector 344">
            <a:extLst>
              <a:ext uri="{FF2B5EF4-FFF2-40B4-BE49-F238E27FC236}">
                <a16:creationId xmlns:a16="http://schemas.microsoft.com/office/drawing/2014/main" id="{FF77F3E4-F4B8-1E58-E0A3-83D34A56B55A}"/>
              </a:ext>
            </a:extLst>
          </p:cNvPr>
          <p:cNvCxnSpPr>
            <a:cxnSpLocks/>
            <a:stCxn id="9" idx="6"/>
            <a:endCxn id="10" idx="4"/>
          </p:cNvCxnSpPr>
          <p:nvPr/>
        </p:nvCxnSpPr>
        <p:spPr>
          <a:xfrm flipV="1">
            <a:off x="3516086" y="3570512"/>
            <a:ext cx="203358" cy="29935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8" name="Curved Connector 347">
            <a:extLst>
              <a:ext uri="{FF2B5EF4-FFF2-40B4-BE49-F238E27FC236}">
                <a16:creationId xmlns:a16="http://schemas.microsoft.com/office/drawing/2014/main" id="{EE1F62DF-3201-660B-8190-1903A49B6298}"/>
              </a:ext>
            </a:extLst>
          </p:cNvPr>
          <p:cNvCxnSpPr>
            <a:cxnSpLocks/>
            <a:stCxn id="14" idx="2"/>
            <a:endCxn id="10" idx="5"/>
          </p:cNvCxnSpPr>
          <p:nvPr/>
        </p:nvCxnSpPr>
        <p:spPr>
          <a:xfrm rot="10800000">
            <a:off x="3800266" y="3537035"/>
            <a:ext cx="176650" cy="31469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3" name="Curved Connector 352">
            <a:extLst>
              <a:ext uri="{FF2B5EF4-FFF2-40B4-BE49-F238E27FC236}">
                <a16:creationId xmlns:a16="http://schemas.microsoft.com/office/drawing/2014/main" id="{901D6027-B266-4D2E-F334-C9F354BD547E}"/>
              </a:ext>
            </a:extLst>
          </p:cNvPr>
          <p:cNvCxnSpPr>
            <a:cxnSpLocks/>
            <a:stCxn id="9" idx="6"/>
            <a:endCxn id="13" idx="1"/>
          </p:cNvCxnSpPr>
          <p:nvPr/>
        </p:nvCxnSpPr>
        <p:spPr>
          <a:xfrm>
            <a:off x="3516086" y="3869869"/>
            <a:ext cx="149593" cy="27840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6" name="Curved Connector 355">
            <a:extLst>
              <a:ext uri="{FF2B5EF4-FFF2-40B4-BE49-F238E27FC236}">
                <a16:creationId xmlns:a16="http://schemas.microsoft.com/office/drawing/2014/main" id="{B93729E2-9FB5-CF4D-B58D-B3DB223C7C37}"/>
              </a:ext>
            </a:extLst>
          </p:cNvPr>
          <p:cNvCxnSpPr>
            <a:cxnSpLocks/>
            <a:stCxn id="13" idx="6"/>
            <a:endCxn id="17" idx="1"/>
          </p:cNvCxnSpPr>
          <p:nvPr/>
        </p:nvCxnSpPr>
        <p:spPr>
          <a:xfrm>
            <a:off x="3860801" y="4229098"/>
            <a:ext cx="149593" cy="27840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9" name="Curved Connector 358">
            <a:extLst>
              <a:ext uri="{FF2B5EF4-FFF2-40B4-BE49-F238E27FC236}">
                <a16:creationId xmlns:a16="http://schemas.microsoft.com/office/drawing/2014/main" id="{AB8F1B2B-8B2B-5D09-8EEC-BAD9F74092AC}"/>
              </a:ext>
            </a:extLst>
          </p:cNvPr>
          <p:cNvCxnSpPr>
            <a:cxnSpLocks/>
            <a:stCxn id="5" idx="4"/>
            <a:endCxn id="9" idx="2"/>
          </p:cNvCxnSpPr>
          <p:nvPr/>
        </p:nvCxnSpPr>
        <p:spPr>
          <a:xfrm rot="16200000" flipH="1">
            <a:off x="3032658" y="3615040"/>
            <a:ext cx="299357" cy="21029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2" name="Curved Connector 361">
            <a:extLst>
              <a:ext uri="{FF2B5EF4-FFF2-40B4-BE49-F238E27FC236}">
                <a16:creationId xmlns:a16="http://schemas.microsoft.com/office/drawing/2014/main" id="{4B8BF237-D009-0FE0-CD4C-F5E74CC92AAF}"/>
              </a:ext>
            </a:extLst>
          </p:cNvPr>
          <p:cNvCxnSpPr>
            <a:cxnSpLocks/>
            <a:stCxn id="18" idx="2"/>
            <a:endCxn id="17" idx="7"/>
          </p:cNvCxnSpPr>
          <p:nvPr/>
        </p:nvCxnSpPr>
        <p:spPr>
          <a:xfrm rot="10800000" flipV="1">
            <a:off x="4172038" y="4210955"/>
            <a:ext cx="149592" cy="29654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7" name="Curved Connector 366">
            <a:extLst>
              <a:ext uri="{FF2B5EF4-FFF2-40B4-BE49-F238E27FC236}">
                <a16:creationId xmlns:a16="http://schemas.microsoft.com/office/drawing/2014/main" id="{2FD00D70-E209-0D4F-7E1A-60E4A749A1AF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rot="5400000">
            <a:off x="4524009" y="3907150"/>
            <a:ext cx="215728" cy="230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0" name="Curved Connector 369">
            <a:extLst>
              <a:ext uri="{FF2B5EF4-FFF2-40B4-BE49-F238E27FC236}">
                <a16:creationId xmlns:a16="http://schemas.microsoft.com/office/drawing/2014/main" id="{5016A626-831B-1C44-EA7E-DBDF48A858AC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rot="5400000" flipH="1" flipV="1">
            <a:off x="3061687" y="3116114"/>
            <a:ext cx="241299" cy="21029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4" name="Curved Connector 373">
            <a:extLst>
              <a:ext uri="{FF2B5EF4-FFF2-40B4-BE49-F238E27FC236}">
                <a16:creationId xmlns:a16="http://schemas.microsoft.com/office/drawing/2014/main" id="{37142924-C30D-8526-8B62-D7D6F8AE2AB4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rot="5400000" flipH="1" flipV="1">
            <a:off x="3385457" y="2739570"/>
            <a:ext cx="263072" cy="23041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7" name="Curved Connector 376">
            <a:extLst>
              <a:ext uri="{FF2B5EF4-FFF2-40B4-BE49-F238E27FC236}">
                <a16:creationId xmlns:a16="http://schemas.microsoft.com/office/drawing/2014/main" id="{B8C41F5E-C5CA-2091-79EA-92E118DDB2BC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3730172" y="2362198"/>
            <a:ext cx="263072" cy="23041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0" name="Curved Connector 379">
            <a:extLst>
              <a:ext uri="{FF2B5EF4-FFF2-40B4-BE49-F238E27FC236}">
                <a16:creationId xmlns:a16="http://schemas.microsoft.com/office/drawing/2014/main" id="{09DB5A20-CD5A-904B-E1CC-16C244F5CA43}"/>
              </a:ext>
            </a:extLst>
          </p:cNvPr>
          <p:cNvCxnSpPr>
            <a:cxnSpLocks/>
            <a:stCxn id="8" idx="6"/>
            <a:endCxn id="12" idx="0"/>
          </p:cNvCxnSpPr>
          <p:nvPr/>
        </p:nvCxnSpPr>
        <p:spPr>
          <a:xfrm>
            <a:off x="4205516" y="2345869"/>
            <a:ext cx="230414" cy="2775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3" name="Curved Connector 382">
            <a:extLst>
              <a:ext uri="{FF2B5EF4-FFF2-40B4-BE49-F238E27FC236}">
                <a16:creationId xmlns:a16="http://schemas.microsoft.com/office/drawing/2014/main" id="{E501F0A8-E94F-7CE0-65BD-40CCD468C999}"/>
              </a:ext>
            </a:extLst>
          </p:cNvPr>
          <p:cNvCxnSpPr>
            <a:cxnSpLocks/>
            <a:stCxn id="12" idx="6"/>
            <a:endCxn id="16" idx="0"/>
          </p:cNvCxnSpPr>
          <p:nvPr/>
        </p:nvCxnSpPr>
        <p:spPr>
          <a:xfrm>
            <a:off x="4550230" y="2737754"/>
            <a:ext cx="277585" cy="2449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6" name="Curved Connector 385">
            <a:extLst>
              <a:ext uri="{FF2B5EF4-FFF2-40B4-BE49-F238E27FC236}">
                <a16:creationId xmlns:a16="http://schemas.microsoft.com/office/drawing/2014/main" id="{1501A69F-DE3B-1D35-FF11-81C1B0350AB3}"/>
              </a:ext>
            </a:extLst>
          </p:cNvPr>
          <p:cNvCxnSpPr>
            <a:cxnSpLocks/>
            <a:stCxn id="16" idx="6"/>
            <a:endCxn id="20" idx="0"/>
          </p:cNvCxnSpPr>
          <p:nvPr/>
        </p:nvCxnSpPr>
        <p:spPr>
          <a:xfrm>
            <a:off x="4942115" y="3096983"/>
            <a:ext cx="179611" cy="2449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9" name="Curved Connector 388">
            <a:extLst>
              <a:ext uri="{FF2B5EF4-FFF2-40B4-BE49-F238E27FC236}">
                <a16:creationId xmlns:a16="http://schemas.microsoft.com/office/drawing/2014/main" id="{D7C5E272-A659-A2E6-A9EF-2E41D99D4136}"/>
              </a:ext>
            </a:extLst>
          </p:cNvPr>
          <p:cNvCxnSpPr>
            <a:cxnSpLocks/>
            <a:stCxn id="16" idx="2"/>
            <a:endCxn id="12" idx="5"/>
          </p:cNvCxnSpPr>
          <p:nvPr/>
        </p:nvCxnSpPr>
        <p:spPr>
          <a:xfrm rot="10800000">
            <a:off x="4516753" y="2818577"/>
            <a:ext cx="196763" cy="27840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4" name="Curved Connector 393">
            <a:extLst>
              <a:ext uri="{FF2B5EF4-FFF2-40B4-BE49-F238E27FC236}">
                <a16:creationId xmlns:a16="http://schemas.microsoft.com/office/drawing/2014/main" id="{0F20ACCC-7C19-1C1B-F110-D8189C4869BC}"/>
              </a:ext>
            </a:extLst>
          </p:cNvPr>
          <p:cNvCxnSpPr>
            <a:cxnSpLocks/>
            <a:stCxn id="12" idx="2"/>
            <a:endCxn id="8" idx="4"/>
          </p:cNvCxnSpPr>
          <p:nvPr/>
        </p:nvCxnSpPr>
        <p:spPr>
          <a:xfrm rot="10800000">
            <a:off x="4091216" y="2460170"/>
            <a:ext cx="230414" cy="2775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7" name="Curved Connector 396">
            <a:extLst>
              <a:ext uri="{FF2B5EF4-FFF2-40B4-BE49-F238E27FC236}">
                <a16:creationId xmlns:a16="http://schemas.microsoft.com/office/drawing/2014/main" id="{F30FD725-9822-2F69-8923-BF7E46C2F231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rot="5400000">
            <a:off x="3878944" y="2672441"/>
            <a:ext cx="42454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0" name="Curved Connector 399">
            <a:extLst>
              <a:ext uri="{FF2B5EF4-FFF2-40B4-BE49-F238E27FC236}">
                <a16:creationId xmlns:a16="http://schemas.microsoft.com/office/drawing/2014/main" id="{5A7E9A3C-0077-6851-995D-6D40BFD3136C}"/>
              </a:ext>
            </a:extLst>
          </p:cNvPr>
          <p:cNvCxnSpPr>
            <a:cxnSpLocks/>
            <a:stCxn id="11" idx="7"/>
            <a:endCxn id="12" idx="4"/>
          </p:cNvCxnSpPr>
          <p:nvPr/>
        </p:nvCxnSpPr>
        <p:spPr>
          <a:xfrm rot="5400000" flipH="1" flipV="1">
            <a:off x="4270915" y="2753177"/>
            <a:ext cx="66138" cy="2638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3" name="Curved Connector 402">
            <a:extLst>
              <a:ext uri="{FF2B5EF4-FFF2-40B4-BE49-F238E27FC236}">
                <a16:creationId xmlns:a16="http://schemas.microsoft.com/office/drawing/2014/main" id="{5F1A7D8B-7D42-CF27-D4A7-CAB7D0C9A19B}"/>
              </a:ext>
            </a:extLst>
          </p:cNvPr>
          <p:cNvCxnSpPr>
            <a:cxnSpLocks/>
            <a:stCxn id="11" idx="1"/>
            <a:endCxn id="7" idx="5"/>
          </p:cNvCxnSpPr>
          <p:nvPr/>
        </p:nvCxnSpPr>
        <p:spPr>
          <a:xfrm rot="16200000" flipV="1">
            <a:off x="3861795" y="2769592"/>
            <a:ext cx="114129" cy="1830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6" name="Curved Connector 405">
            <a:extLst>
              <a:ext uri="{FF2B5EF4-FFF2-40B4-BE49-F238E27FC236}">
                <a16:creationId xmlns:a16="http://schemas.microsoft.com/office/drawing/2014/main" id="{E8EF137B-57FA-4A51-676D-06919E20754C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rot="5400000">
            <a:off x="3442608" y="2877542"/>
            <a:ext cx="296550" cy="14959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0" name="Curved Connector 409">
            <a:extLst>
              <a:ext uri="{FF2B5EF4-FFF2-40B4-BE49-F238E27FC236}">
                <a16:creationId xmlns:a16="http://schemas.microsoft.com/office/drawing/2014/main" id="{E5405C8B-36D8-62EB-E2B5-B4C503381E99}"/>
              </a:ext>
            </a:extLst>
          </p:cNvPr>
          <p:cNvCxnSpPr>
            <a:cxnSpLocks/>
            <a:stCxn id="15" idx="0"/>
            <a:endCxn id="12" idx="4"/>
          </p:cNvCxnSpPr>
          <p:nvPr/>
        </p:nvCxnSpPr>
        <p:spPr>
          <a:xfrm rot="16200000" flipV="1">
            <a:off x="4207327" y="3080657"/>
            <a:ext cx="489858" cy="326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9" name="Curved Connector 418">
            <a:extLst>
              <a:ext uri="{FF2B5EF4-FFF2-40B4-BE49-F238E27FC236}">
                <a16:creationId xmlns:a16="http://schemas.microsoft.com/office/drawing/2014/main" id="{97F8C855-792E-9B20-7DA8-9112073C103E}"/>
              </a:ext>
            </a:extLst>
          </p:cNvPr>
          <p:cNvCxnSpPr>
            <a:cxnSpLocks/>
            <a:stCxn id="250" idx="3"/>
            <a:endCxn id="38" idx="5"/>
          </p:cNvCxnSpPr>
          <p:nvPr/>
        </p:nvCxnSpPr>
        <p:spPr>
          <a:xfrm rot="5400000" flipH="1">
            <a:off x="7531107" y="3357896"/>
            <a:ext cx="2" cy="375386"/>
          </a:xfrm>
          <a:prstGeom prst="curvedConnector3">
            <a:avLst>
              <a:gd name="adj1" fmla="val -2147483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0" name="Curved Connector 429">
            <a:extLst>
              <a:ext uri="{FF2B5EF4-FFF2-40B4-BE49-F238E27FC236}">
                <a16:creationId xmlns:a16="http://schemas.microsoft.com/office/drawing/2014/main" id="{0D74B467-DA0B-B548-423A-C5A947F21889}"/>
              </a:ext>
            </a:extLst>
          </p:cNvPr>
          <p:cNvCxnSpPr>
            <a:cxnSpLocks/>
            <a:stCxn id="253" idx="3"/>
            <a:endCxn id="250" idx="7"/>
          </p:cNvCxnSpPr>
          <p:nvPr/>
        </p:nvCxnSpPr>
        <p:spPr>
          <a:xfrm rot="5400000">
            <a:off x="7898854" y="3063241"/>
            <a:ext cx="302296" cy="3391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3" name="Curved Connector 432">
            <a:extLst>
              <a:ext uri="{FF2B5EF4-FFF2-40B4-BE49-F238E27FC236}">
                <a16:creationId xmlns:a16="http://schemas.microsoft.com/office/drawing/2014/main" id="{75DFD405-B176-4D12-8C62-538FC09412D0}"/>
              </a:ext>
            </a:extLst>
          </p:cNvPr>
          <p:cNvCxnSpPr>
            <a:cxnSpLocks/>
            <a:stCxn id="254" idx="1"/>
            <a:endCxn id="250" idx="5"/>
          </p:cNvCxnSpPr>
          <p:nvPr/>
        </p:nvCxnSpPr>
        <p:spPr>
          <a:xfrm rot="16200000" flipV="1">
            <a:off x="7867228" y="3558808"/>
            <a:ext cx="376421" cy="3499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8" name="Curved Connector 437">
            <a:extLst>
              <a:ext uri="{FF2B5EF4-FFF2-40B4-BE49-F238E27FC236}">
                <a16:creationId xmlns:a16="http://schemas.microsoft.com/office/drawing/2014/main" id="{A71E2B63-6928-EB61-D44A-718A1B735C6C}"/>
              </a:ext>
            </a:extLst>
          </p:cNvPr>
          <p:cNvCxnSpPr>
            <a:cxnSpLocks/>
            <a:stCxn id="24" idx="3"/>
            <a:endCxn id="37" idx="6"/>
          </p:cNvCxnSpPr>
          <p:nvPr/>
        </p:nvCxnSpPr>
        <p:spPr>
          <a:xfrm rot="5400000">
            <a:off x="5726407" y="3243120"/>
            <a:ext cx="235641" cy="2076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36BE45E4-7350-2D11-4A4F-3A7564840E4C}"/>
              </a:ext>
            </a:extLst>
          </p:cNvPr>
          <p:cNvSpPr txBox="1"/>
          <p:nvPr/>
        </p:nvSpPr>
        <p:spPr>
          <a:xfrm>
            <a:off x="2217279" y="2834073"/>
            <a:ext cx="653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Fruits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FBCD11F1-884C-503E-F1D0-B0729D1FF647}"/>
              </a:ext>
            </a:extLst>
          </p:cNvPr>
          <p:cNvSpPr txBox="1"/>
          <p:nvPr/>
        </p:nvSpPr>
        <p:spPr>
          <a:xfrm>
            <a:off x="4329625" y="2122822"/>
            <a:ext cx="1106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Vegetables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1A0AA5D7-F0D3-A4EC-04E5-6AC4BB402AE2}"/>
              </a:ext>
            </a:extLst>
          </p:cNvPr>
          <p:cNvSpPr txBox="1"/>
          <p:nvPr/>
        </p:nvSpPr>
        <p:spPr>
          <a:xfrm>
            <a:off x="7026659" y="1136430"/>
            <a:ext cx="1106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Beverages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1133F07F-D4BF-783E-2D27-B542B153DB3C}"/>
              </a:ext>
            </a:extLst>
          </p:cNvPr>
          <p:cNvSpPr txBox="1"/>
          <p:nvPr/>
        </p:nvSpPr>
        <p:spPr>
          <a:xfrm>
            <a:off x="7762691" y="2362683"/>
            <a:ext cx="1106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Extras</a:t>
            </a:r>
          </a:p>
        </p:txBody>
      </p:sp>
    </p:spTree>
    <p:extLst>
      <p:ext uri="{BB962C8B-B14F-4D97-AF65-F5344CB8AC3E}">
        <p14:creationId xmlns:p14="http://schemas.microsoft.com/office/powerpoint/2010/main" val="340172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</Words>
  <Application>Microsoft Macintosh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W.M. Otte</dc:creator>
  <cp:lastModifiedBy>W.M. Otte</cp:lastModifiedBy>
  <cp:revision>7</cp:revision>
  <dcterms:created xsi:type="dcterms:W3CDTF">2023-11-10T12:14:10Z</dcterms:created>
  <dcterms:modified xsi:type="dcterms:W3CDTF">2023-11-10T13:01:34Z</dcterms:modified>
</cp:coreProperties>
</file>